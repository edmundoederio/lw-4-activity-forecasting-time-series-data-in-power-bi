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8" r:id="rId3"/>
    <p:sldId id="271" r:id="rId4"/>
    <p:sldId id="259" r:id="rId5"/>
    <p:sldId id="277" r:id="rId6"/>
    <p:sldId id="278" r:id="rId7"/>
    <p:sldId id="279" r:id="rId8"/>
    <p:sldId id="280" r:id="rId9"/>
    <p:sldId id="281" r:id="rId10"/>
    <p:sldId id="282" r:id="rId11"/>
    <p:sldId id="283" r:id="rId12"/>
    <p:sldId id="285" r:id="rId13"/>
    <p:sldId id="284" r:id="rId14"/>
    <p:sldId id="286" r:id="rId15"/>
    <p:sldId id="287" r:id="rId16"/>
    <p:sldId id="28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BAF149-3045-468B-A464-C00C0047191E}" v="76" dt="2026-03-29T14:11:47.0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h Myra Salazar" userId="b7ad3f4b6e8cee83" providerId="LiveId" clId="{770EF6DD-D3CA-42C1-AB1A-973E281CA696}"/>
    <pc:docChg chg="undo redo custSel addSld delSld modSld sldOrd">
      <pc:chgData name="Dianah Myra Salazar" userId="b7ad3f4b6e8cee83" providerId="LiveId" clId="{770EF6DD-D3CA-42C1-AB1A-973E281CA696}" dt="2026-03-29T14:12:10.703" v="1746" actId="20577"/>
      <pc:docMkLst>
        <pc:docMk/>
      </pc:docMkLst>
      <pc:sldChg chg="addSp delSp modSp mod setBg">
        <pc:chgData name="Dianah Myra Salazar" userId="b7ad3f4b6e8cee83" providerId="LiveId" clId="{770EF6DD-D3CA-42C1-AB1A-973E281CA696}" dt="2026-03-29T12:29:52.270" v="364" actId="14100"/>
        <pc:sldMkLst>
          <pc:docMk/>
          <pc:sldMk cId="0" sldId="256"/>
        </pc:sldMkLst>
        <pc:spChg chg="mod ord">
          <ac:chgData name="Dianah Myra Salazar" userId="b7ad3f4b6e8cee83" providerId="LiveId" clId="{770EF6DD-D3CA-42C1-AB1A-973E281CA696}" dt="2026-03-29T12:28:45.484" v="325" actId="14100"/>
          <ac:spMkLst>
            <pc:docMk/>
            <pc:sldMk cId="0" sldId="256"/>
            <ac:spMk id="3" creationId="{00000000-0000-0000-0000-000000000000}"/>
          </ac:spMkLst>
        </pc:spChg>
        <pc:spChg chg="mod">
          <ac:chgData name="Dianah Myra Salazar" userId="b7ad3f4b6e8cee83" providerId="LiveId" clId="{770EF6DD-D3CA-42C1-AB1A-973E281CA696}" dt="2026-03-29T12:28:53.992" v="326" actId="2711"/>
          <ac:spMkLst>
            <pc:docMk/>
            <pc:sldMk cId="0" sldId="256"/>
            <ac:spMk id="4" creationId="{00000000-0000-0000-0000-000000000000}"/>
          </ac:spMkLst>
        </pc:spChg>
        <pc:spChg chg="mod">
          <ac:chgData name="Dianah Myra Salazar" userId="b7ad3f4b6e8cee83" providerId="LiveId" clId="{770EF6DD-D3CA-42C1-AB1A-973E281CA696}" dt="2026-03-29T12:29:31.510" v="350" actId="2711"/>
          <ac:spMkLst>
            <pc:docMk/>
            <pc:sldMk cId="0" sldId="256"/>
            <ac:spMk id="5" creationId="{00000000-0000-0000-0000-000000000000}"/>
          </ac:spMkLst>
        </pc:spChg>
        <pc:spChg chg="mod">
          <ac:chgData name="Dianah Myra Salazar" userId="b7ad3f4b6e8cee83" providerId="LiveId" clId="{770EF6DD-D3CA-42C1-AB1A-973E281CA696}" dt="2026-03-29T12:29:52.270" v="364" actId="14100"/>
          <ac:spMkLst>
            <pc:docMk/>
            <pc:sldMk cId="0" sldId="256"/>
            <ac:spMk id="6" creationId="{00000000-0000-0000-0000-000000000000}"/>
          </ac:spMkLst>
        </pc:spChg>
        <pc:spChg chg="mod">
          <ac:chgData name="Dianah Myra Salazar" userId="b7ad3f4b6e8cee83" providerId="LiveId" clId="{770EF6DD-D3CA-42C1-AB1A-973E281CA696}" dt="2026-03-29T12:29:31.510" v="350" actId="2711"/>
          <ac:spMkLst>
            <pc:docMk/>
            <pc:sldMk cId="0" sldId="256"/>
            <ac:spMk id="7" creationId="{00000000-0000-0000-0000-000000000000}"/>
          </ac:spMkLst>
        </pc:spChg>
        <pc:spChg chg="mod">
          <ac:chgData name="Dianah Myra Salazar" userId="b7ad3f4b6e8cee83" providerId="LiveId" clId="{770EF6DD-D3CA-42C1-AB1A-973E281CA696}" dt="2026-03-29T12:29:31.510" v="350" actId="2711"/>
          <ac:spMkLst>
            <pc:docMk/>
            <pc:sldMk cId="0" sldId="256"/>
            <ac:spMk id="8" creationId="{00000000-0000-0000-0000-000000000000}"/>
          </ac:spMkLst>
        </pc:spChg>
        <pc:spChg chg="del">
          <ac:chgData name="Dianah Myra Salazar" userId="b7ad3f4b6e8cee83" providerId="LiveId" clId="{770EF6DD-D3CA-42C1-AB1A-973E281CA696}" dt="2026-03-29T12:29:14.497" v="348" actId="478"/>
          <ac:spMkLst>
            <pc:docMk/>
            <pc:sldMk cId="0" sldId="256"/>
            <ac:spMk id="9" creationId="{00000000-0000-0000-0000-000000000000}"/>
          </ac:spMkLst>
        </pc:spChg>
        <pc:spChg chg="del mod">
          <ac:chgData name="Dianah Myra Salazar" userId="b7ad3f4b6e8cee83" providerId="LiveId" clId="{770EF6DD-D3CA-42C1-AB1A-973E281CA696}" dt="2026-03-29T12:29:36.853" v="352" actId="478"/>
          <ac:spMkLst>
            <pc:docMk/>
            <pc:sldMk cId="0" sldId="256"/>
            <ac:spMk id="10" creationId="{00000000-0000-0000-0000-000000000000}"/>
          </ac:spMkLst>
        </pc:spChg>
        <pc:spChg chg="del">
          <ac:chgData name="Dianah Myra Salazar" userId="b7ad3f4b6e8cee83" providerId="LiveId" clId="{770EF6DD-D3CA-42C1-AB1A-973E281CA696}" dt="2026-03-29T12:29:39.466" v="353" actId="478"/>
          <ac:spMkLst>
            <pc:docMk/>
            <pc:sldMk cId="0" sldId="256"/>
            <ac:spMk id="12" creationId="{00000000-0000-0000-0000-000000000000}"/>
          </ac:spMkLst>
        </pc:spChg>
        <pc:spChg chg="del mod">
          <ac:chgData name="Dianah Myra Salazar" userId="b7ad3f4b6e8cee83" providerId="LiveId" clId="{770EF6DD-D3CA-42C1-AB1A-973E281CA696}" dt="2026-03-29T12:29:36.853" v="352" actId="478"/>
          <ac:spMkLst>
            <pc:docMk/>
            <pc:sldMk cId="0" sldId="256"/>
            <ac:spMk id="13" creationId="{00000000-0000-0000-0000-000000000000}"/>
          </ac:spMkLst>
        </pc:spChg>
        <pc:spChg chg="del">
          <ac:chgData name="Dianah Myra Salazar" userId="b7ad3f4b6e8cee83" providerId="LiveId" clId="{770EF6DD-D3CA-42C1-AB1A-973E281CA696}" dt="2026-03-29T12:29:39.466" v="353" actId="478"/>
          <ac:spMkLst>
            <pc:docMk/>
            <pc:sldMk cId="0" sldId="256"/>
            <ac:spMk id="14" creationId="{00000000-0000-0000-0000-000000000000}"/>
          </ac:spMkLst>
        </pc:spChg>
        <pc:spChg chg="del mod">
          <ac:chgData name="Dianah Myra Salazar" userId="b7ad3f4b6e8cee83" providerId="LiveId" clId="{770EF6DD-D3CA-42C1-AB1A-973E281CA696}" dt="2026-03-29T12:29:36.853" v="352" actId="478"/>
          <ac:spMkLst>
            <pc:docMk/>
            <pc:sldMk cId="0" sldId="256"/>
            <ac:spMk id="15" creationId="{00000000-0000-0000-0000-000000000000}"/>
          </ac:spMkLst>
        </pc:spChg>
        <pc:spChg chg="del">
          <ac:chgData name="Dianah Myra Salazar" userId="b7ad3f4b6e8cee83" providerId="LiveId" clId="{770EF6DD-D3CA-42C1-AB1A-973E281CA696}" dt="2026-03-29T12:29:39.466" v="353" actId="478"/>
          <ac:spMkLst>
            <pc:docMk/>
            <pc:sldMk cId="0" sldId="256"/>
            <ac:spMk id="16" creationId="{00000000-0000-0000-0000-000000000000}"/>
          </ac:spMkLst>
        </pc:spChg>
        <pc:spChg chg="del">
          <ac:chgData name="Dianah Myra Salazar" userId="b7ad3f4b6e8cee83" providerId="LiveId" clId="{770EF6DD-D3CA-42C1-AB1A-973E281CA696}" dt="2026-03-29T12:29:36.853" v="352" actId="478"/>
          <ac:spMkLst>
            <pc:docMk/>
            <pc:sldMk cId="0" sldId="256"/>
            <ac:spMk id="17" creationId="{00000000-0000-0000-0000-000000000000}"/>
          </ac:spMkLst>
        </pc:spChg>
        <pc:spChg chg="add mod ord">
          <ac:chgData name="Dianah Myra Salazar" userId="b7ad3f4b6e8cee83" providerId="LiveId" clId="{770EF6DD-D3CA-42C1-AB1A-973E281CA696}" dt="2026-03-29T12:28:41.604" v="324" actId="1076"/>
          <ac:spMkLst>
            <pc:docMk/>
            <pc:sldMk cId="0" sldId="256"/>
            <ac:spMk id="18" creationId="{FD233811-6DB4-466A-931F-3BCFCC907543}"/>
          </ac:spMkLst>
        </pc:spChg>
      </pc:sldChg>
      <pc:sldChg chg="del">
        <pc:chgData name="Dianah Myra Salazar" userId="b7ad3f4b6e8cee83" providerId="LiveId" clId="{770EF6DD-D3CA-42C1-AB1A-973E281CA696}" dt="2026-03-29T12:30:01.561" v="365" actId="47"/>
        <pc:sldMkLst>
          <pc:docMk/>
          <pc:sldMk cId="0" sldId="257"/>
        </pc:sldMkLst>
      </pc:sldChg>
      <pc:sldChg chg="addSp delSp modSp mod">
        <pc:chgData name="Dianah Myra Salazar" userId="b7ad3f4b6e8cee83" providerId="LiveId" clId="{770EF6DD-D3CA-42C1-AB1A-973E281CA696}" dt="2026-03-29T12:31:02.066" v="376"/>
        <pc:sldMkLst>
          <pc:docMk/>
          <pc:sldMk cId="0" sldId="258"/>
        </pc:sldMkLst>
        <pc:spChg chg="mod">
          <ac:chgData name="Dianah Myra Salazar" userId="b7ad3f4b6e8cee83" providerId="LiveId" clId="{770EF6DD-D3CA-42C1-AB1A-973E281CA696}" dt="2026-03-29T12:30:16.737" v="369" actId="207"/>
          <ac:spMkLst>
            <pc:docMk/>
            <pc:sldMk cId="0" sldId="258"/>
            <ac:spMk id="2" creationId="{00000000-0000-0000-0000-000000000000}"/>
          </ac:spMkLst>
        </pc:spChg>
        <pc:spChg chg="mod">
          <ac:chgData name="Dianah Myra Salazar" userId="b7ad3f4b6e8cee83" providerId="LiveId" clId="{770EF6DD-D3CA-42C1-AB1A-973E281CA696}" dt="2026-03-29T12:30:45.291" v="373" actId="1076"/>
          <ac:spMkLst>
            <pc:docMk/>
            <pc:sldMk cId="0" sldId="258"/>
            <ac:spMk id="3" creationId="{00000000-0000-0000-0000-000000000000}"/>
          </ac:spMkLst>
        </pc:spChg>
        <pc:spChg chg="mod">
          <ac:chgData name="Dianah Myra Salazar" userId="b7ad3f4b6e8cee83" providerId="LiveId" clId="{770EF6DD-D3CA-42C1-AB1A-973E281CA696}" dt="2026-03-29T12:30:51.232" v="375" actId="1076"/>
          <ac:spMkLst>
            <pc:docMk/>
            <pc:sldMk cId="0" sldId="258"/>
            <ac:spMk id="4" creationId="{00000000-0000-0000-0000-000000000000}"/>
          </ac:spMkLst>
        </pc:spChg>
        <pc:spChg chg="mod">
          <ac:chgData name="Dianah Myra Salazar" userId="b7ad3f4b6e8cee83" providerId="LiveId" clId="{770EF6DD-D3CA-42C1-AB1A-973E281CA696}" dt="2026-03-29T12:30:48.207" v="374" actId="1076"/>
          <ac:spMkLst>
            <pc:docMk/>
            <pc:sldMk cId="0" sldId="258"/>
            <ac:spMk id="5" creationId="{00000000-0000-0000-0000-000000000000}"/>
          </ac:spMkLst>
        </pc:spChg>
        <pc:spChg chg="del">
          <ac:chgData name="Dianah Myra Salazar" userId="b7ad3f4b6e8cee83" providerId="LiveId" clId="{770EF6DD-D3CA-42C1-AB1A-973E281CA696}" dt="2026-03-29T12:30:39.303" v="371" actId="478"/>
          <ac:spMkLst>
            <pc:docMk/>
            <pc:sldMk cId="0" sldId="258"/>
            <ac:spMk id="6" creationId="{00000000-0000-0000-0000-000000000000}"/>
          </ac:spMkLst>
        </pc:spChg>
        <pc:spChg chg="add mod">
          <ac:chgData name="Dianah Myra Salazar" userId="b7ad3f4b6e8cee83" providerId="LiveId" clId="{770EF6DD-D3CA-42C1-AB1A-973E281CA696}" dt="2026-03-29T12:31:02.066" v="376"/>
          <ac:spMkLst>
            <pc:docMk/>
            <pc:sldMk cId="0" sldId="258"/>
            <ac:spMk id="7" creationId="{31129204-D509-A67A-C267-D5A1DCDFE4B9}"/>
          </ac:spMkLst>
        </pc:spChg>
        <pc:spChg chg="add mod">
          <ac:chgData name="Dianah Myra Salazar" userId="b7ad3f4b6e8cee83" providerId="LiveId" clId="{770EF6DD-D3CA-42C1-AB1A-973E281CA696}" dt="2026-03-29T12:31:02.066" v="376"/>
          <ac:spMkLst>
            <pc:docMk/>
            <pc:sldMk cId="0" sldId="258"/>
            <ac:spMk id="8" creationId="{79109D5E-C260-B6FD-6993-7C2C10F41316}"/>
          </ac:spMkLst>
        </pc:spChg>
        <pc:spChg chg="add mod">
          <ac:chgData name="Dianah Myra Salazar" userId="b7ad3f4b6e8cee83" providerId="LiveId" clId="{770EF6DD-D3CA-42C1-AB1A-973E281CA696}" dt="2026-03-29T12:31:02.066" v="376"/>
          <ac:spMkLst>
            <pc:docMk/>
            <pc:sldMk cId="0" sldId="258"/>
            <ac:spMk id="9" creationId="{8242BC65-17C2-5457-64BD-934DCFAB9D60}"/>
          </ac:spMkLst>
        </pc:spChg>
      </pc:sldChg>
      <pc:sldChg chg="addSp delSp modSp mod">
        <pc:chgData name="Dianah Myra Salazar" userId="b7ad3f4b6e8cee83" providerId="LiveId" clId="{770EF6DD-D3CA-42C1-AB1A-973E281CA696}" dt="2026-03-29T12:58:08.614" v="710" actId="20577"/>
        <pc:sldMkLst>
          <pc:docMk/>
          <pc:sldMk cId="0" sldId="259"/>
        </pc:sldMkLst>
        <pc:spChg chg="del">
          <ac:chgData name="Dianah Myra Salazar" userId="b7ad3f4b6e8cee83" providerId="LiveId" clId="{770EF6DD-D3CA-42C1-AB1A-973E281CA696}" dt="2026-03-29T12:48:54.179" v="478" actId="478"/>
          <ac:spMkLst>
            <pc:docMk/>
            <pc:sldMk cId="0" sldId="259"/>
            <ac:spMk id="2" creationId="{00000000-0000-0000-0000-000000000000}"/>
          </ac:spMkLst>
        </pc:spChg>
        <pc:spChg chg="mod">
          <ac:chgData name="Dianah Myra Salazar" userId="b7ad3f4b6e8cee83" providerId="LiveId" clId="{770EF6DD-D3CA-42C1-AB1A-973E281CA696}" dt="2026-03-29T12:50:16.963" v="510" actId="1076"/>
          <ac:spMkLst>
            <pc:docMk/>
            <pc:sldMk cId="0" sldId="259"/>
            <ac:spMk id="3" creationId="{00000000-0000-0000-0000-000000000000}"/>
          </ac:spMkLst>
        </pc:spChg>
        <pc:spChg chg="del mod">
          <ac:chgData name="Dianah Myra Salazar" userId="b7ad3f4b6e8cee83" providerId="LiveId" clId="{770EF6DD-D3CA-42C1-AB1A-973E281CA696}" dt="2026-03-29T12:49:20.339" v="483" actId="478"/>
          <ac:spMkLst>
            <pc:docMk/>
            <pc:sldMk cId="0" sldId="259"/>
            <ac:spMk id="4" creationId="{00000000-0000-0000-0000-000000000000}"/>
          </ac:spMkLst>
        </pc:spChg>
        <pc:spChg chg="mod">
          <ac:chgData name="Dianah Myra Salazar" userId="b7ad3f4b6e8cee83" providerId="LiveId" clId="{770EF6DD-D3CA-42C1-AB1A-973E281CA696}" dt="2026-03-29T12:57:05.058" v="669" actId="20577"/>
          <ac:spMkLst>
            <pc:docMk/>
            <pc:sldMk cId="0" sldId="259"/>
            <ac:spMk id="5" creationId="{00000000-0000-0000-0000-000000000000}"/>
          </ac:spMkLst>
        </pc:spChg>
        <pc:spChg chg="del">
          <ac:chgData name="Dianah Myra Salazar" userId="b7ad3f4b6e8cee83" providerId="LiveId" clId="{770EF6DD-D3CA-42C1-AB1A-973E281CA696}" dt="2026-03-29T12:51:32.273" v="521" actId="478"/>
          <ac:spMkLst>
            <pc:docMk/>
            <pc:sldMk cId="0" sldId="259"/>
            <ac:spMk id="6" creationId="{00000000-0000-0000-0000-000000000000}"/>
          </ac:spMkLst>
        </pc:spChg>
        <pc:spChg chg="add mod ord">
          <ac:chgData name="Dianah Myra Salazar" userId="b7ad3f4b6e8cee83" providerId="LiveId" clId="{770EF6DD-D3CA-42C1-AB1A-973E281CA696}" dt="2026-03-29T12:49:07.300" v="482" actId="167"/>
          <ac:spMkLst>
            <pc:docMk/>
            <pc:sldMk cId="0" sldId="259"/>
            <ac:spMk id="7" creationId="{A2B697D3-E197-5A75-431A-6B11A6B32621}"/>
          </ac:spMkLst>
        </pc:spChg>
        <pc:spChg chg="del">
          <ac:chgData name="Dianah Myra Salazar" userId="b7ad3f4b6e8cee83" providerId="LiveId" clId="{770EF6DD-D3CA-42C1-AB1A-973E281CA696}" dt="2026-03-29T12:50:40.199" v="511" actId="478"/>
          <ac:spMkLst>
            <pc:docMk/>
            <pc:sldMk cId="0" sldId="259"/>
            <ac:spMk id="8" creationId="{00000000-0000-0000-0000-000000000000}"/>
          </ac:spMkLst>
        </pc:spChg>
        <pc:spChg chg="del">
          <ac:chgData name="Dianah Myra Salazar" userId="b7ad3f4b6e8cee83" providerId="LiveId" clId="{770EF6DD-D3CA-42C1-AB1A-973E281CA696}" dt="2026-03-29T12:50:40.199" v="511" actId="478"/>
          <ac:spMkLst>
            <pc:docMk/>
            <pc:sldMk cId="0" sldId="259"/>
            <ac:spMk id="9" creationId="{00000000-0000-0000-0000-000000000000}"/>
          </ac:spMkLst>
        </pc:spChg>
        <pc:spChg chg="del">
          <ac:chgData name="Dianah Myra Salazar" userId="b7ad3f4b6e8cee83" providerId="LiveId" clId="{770EF6DD-D3CA-42C1-AB1A-973E281CA696}" dt="2026-03-29T12:50:40.199" v="511" actId="478"/>
          <ac:spMkLst>
            <pc:docMk/>
            <pc:sldMk cId="0" sldId="259"/>
            <ac:spMk id="10" creationId="{00000000-0000-0000-0000-000000000000}"/>
          </ac:spMkLst>
        </pc:spChg>
        <pc:spChg chg="del">
          <ac:chgData name="Dianah Myra Salazar" userId="b7ad3f4b6e8cee83" providerId="LiveId" clId="{770EF6DD-D3CA-42C1-AB1A-973E281CA696}" dt="2026-03-29T12:50:40.199" v="511" actId="478"/>
          <ac:spMkLst>
            <pc:docMk/>
            <pc:sldMk cId="0" sldId="259"/>
            <ac:spMk id="11" creationId="{00000000-0000-0000-0000-000000000000}"/>
          </ac:spMkLst>
        </pc:spChg>
        <pc:spChg chg="del">
          <ac:chgData name="Dianah Myra Salazar" userId="b7ad3f4b6e8cee83" providerId="LiveId" clId="{770EF6DD-D3CA-42C1-AB1A-973E281CA696}" dt="2026-03-29T12:50:40.199" v="511" actId="478"/>
          <ac:spMkLst>
            <pc:docMk/>
            <pc:sldMk cId="0" sldId="259"/>
            <ac:spMk id="12" creationId="{00000000-0000-0000-0000-000000000000}"/>
          </ac:spMkLst>
        </pc:spChg>
        <pc:spChg chg="del">
          <ac:chgData name="Dianah Myra Salazar" userId="b7ad3f4b6e8cee83" providerId="LiveId" clId="{770EF6DD-D3CA-42C1-AB1A-973E281CA696}" dt="2026-03-29T12:50:40.199" v="511" actId="478"/>
          <ac:spMkLst>
            <pc:docMk/>
            <pc:sldMk cId="0" sldId="259"/>
            <ac:spMk id="13" creationId="{00000000-0000-0000-0000-000000000000}"/>
          </ac:spMkLst>
        </pc:spChg>
        <pc:spChg chg="del">
          <ac:chgData name="Dianah Myra Salazar" userId="b7ad3f4b6e8cee83" providerId="LiveId" clId="{770EF6DD-D3CA-42C1-AB1A-973E281CA696}" dt="2026-03-29T12:50:40.199" v="511" actId="478"/>
          <ac:spMkLst>
            <pc:docMk/>
            <pc:sldMk cId="0" sldId="259"/>
            <ac:spMk id="14" creationId="{00000000-0000-0000-0000-000000000000}"/>
          </ac:spMkLst>
        </pc:spChg>
        <pc:spChg chg="del">
          <ac:chgData name="Dianah Myra Salazar" userId="b7ad3f4b6e8cee83" providerId="LiveId" clId="{770EF6DD-D3CA-42C1-AB1A-973E281CA696}" dt="2026-03-29T12:50:40.199" v="511" actId="478"/>
          <ac:spMkLst>
            <pc:docMk/>
            <pc:sldMk cId="0" sldId="259"/>
            <ac:spMk id="15" creationId="{00000000-0000-0000-0000-000000000000}"/>
          </ac:spMkLst>
        </pc:spChg>
        <pc:spChg chg="mod">
          <ac:chgData name="Dianah Myra Salazar" userId="b7ad3f4b6e8cee83" providerId="LiveId" clId="{770EF6DD-D3CA-42C1-AB1A-973E281CA696}" dt="2026-03-29T12:56:05.642" v="637" actId="1076"/>
          <ac:spMkLst>
            <pc:docMk/>
            <pc:sldMk cId="0" sldId="259"/>
            <ac:spMk id="16" creationId="{00000000-0000-0000-0000-000000000000}"/>
          </ac:spMkLst>
        </pc:spChg>
        <pc:spChg chg="mod">
          <ac:chgData name="Dianah Myra Salazar" userId="b7ad3f4b6e8cee83" providerId="LiveId" clId="{770EF6DD-D3CA-42C1-AB1A-973E281CA696}" dt="2026-03-29T12:56:05.642" v="637" actId="1076"/>
          <ac:spMkLst>
            <pc:docMk/>
            <pc:sldMk cId="0" sldId="259"/>
            <ac:spMk id="17" creationId="{00000000-0000-0000-0000-000000000000}"/>
          </ac:spMkLst>
        </pc:spChg>
        <pc:spChg chg="mod">
          <ac:chgData name="Dianah Myra Salazar" userId="b7ad3f4b6e8cee83" providerId="LiveId" clId="{770EF6DD-D3CA-42C1-AB1A-973E281CA696}" dt="2026-03-29T12:56:05.642" v="637" actId="1076"/>
          <ac:spMkLst>
            <pc:docMk/>
            <pc:sldMk cId="0" sldId="259"/>
            <ac:spMk id="18" creationId="{00000000-0000-0000-0000-000000000000}"/>
          </ac:spMkLst>
        </pc:spChg>
        <pc:spChg chg="mod">
          <ac:chgData name="Dianah Myra Salazar" userId="b7ad3f4b6e8cee83" providerId="LiveId" clId="{770EF6DD-D3CA-42C1-AB1A-973E281CA696}" dt="2026-03-29T12:56:05.642" v="637" actId="1076"/>
          <ac:spMkLst>
            <pc:docMk/>
            <pc:sldMk cId="0" sldId="259"/>
            <ac:spMk id="19" creationId="{00000000-0000-0000-0000-000000000000}"/>
          </ac:spMkLst>
        </pc:spChg>
        <pc:spChg chg="del">
          <ac:chgData name="Dianah Myra Salazar" userId="b7ad3f4b6e8cee83" providerId="LiveId" clId="{770EF6DD-D3CA-42C1-AB1A-973E281CA696}" dt="2026-03-29T12:56:11.988" v="638" actId="478"/>
          <ac:spMkLst>
            <pc:docMk/>
            <pc:sldMk cId="0" sldId="259"/>
            <ac:spMk id="20" creationId="{00000000-0000-0000-0000-000000000000}"/>
          </ac:spMkLst>
        </pc:spChg>
        <pc:spChg chg="add mod ord">
          <ac:chgData name="Dianah Myra Salazar" userId="b7ad3f4b6e8cee83" providerId="LiveId" clId="{770EF6DD-D3CA-42C1-AB1A-973E281CA696}" dt="2026-03-29T12:49:07.300" v="482" actId="167"/>
          <ac:spMkLst>
            <pc:docMk/>
            <pc:sldMk cId="0" sldId="259"/>
            <ac:spMk id="21" creationId="{59AAAD3D-564F-7FB5-E498-E3A4AD717CE2}"/>
          </ac:spMkLst>
        </pc:spChg>
        <pc:spChg chg="add mod">
          <ac:chgData name="Dianah Myra Salazar" userId="b7ad3f4b6e8cee83" providerId="LiveId" clId="{770EF6DD-D3CA-42C1-AB1A-973E281CA696}" dt="2026-03-29T12:57:37.876" v="681" actId="1076"/>
          <ac:spMkLst>
            <pc:docMk/>
            <pc:sldMk cId="0" sldId="259"/>
            <ac:spMk id="25" creationId="{4731FE48-C931-C3A6-71F7-789611ADA66E}"/>
          </ac:spMkLst>
        </pc:spChg>
        <pc:spChg chg="add del mod">
          <ac:chgData name="Dianah Myra Salazar" userId="b7ad3f4b6e8cee83" providerId="LiveId" clId="{770EF6DD-D3CA-42C1-AB1A-973E281CA696}" dt="2026-03-29T12:50:51.515" v="515" actId="478"/>
          <ac:spMkLst>
            <pc:docMk/>
            <pc:sldMk cId="0" sldId="259"/>
            <ac:spMk id="27" creationId="{2ADFE636-A0DF-BC75-A4C1-25D1F160A7FA}"/>
          </ac:spMkLst>
        </pc:spChg>
        <pc:spChg chg="add mod">
          <ac:chgData name="Dianah Myra Salazar" userId="b7ad3f4b6e8cee83" providerId="LiveId" clId="{770EF6DD-D3CA-42C1-AB1A-973E281CA696}" dt="2026-03-29T12:57:46.060" v="692" actId="20577"/>
          <ac:spMkLst>
            <pc:docMk/>
            <pc:sldMk cId="0" sldId="259"/>
            <ac:spMk id="28" creationId="{65D8D3BF-AE40-3F0A-35B1-E70281A80AB3}"/>
          </ac:spMkLst>
        </pc:spChg>
        <pc:spChg chg="add del">
          <ac:chgData name="Dianah Myra Salazar" userId="b7ad3f4b6e8cee83" providerId="LiveId" clId="{770EF6DD-D3CA-42C1-AB1A-973E281CA696}" dt="2026-03-29T12:57:50.533" v="694" actId="478"/>
          <ac:spMkLst>
            <pc:docMk/>
            <pc:sldMk cId="0" sldId="259"/>
            <ac:spMk id="30" creationId="{C71AB49A-B513-0488-2A7E-33638B18B42A}"/>
          </ac:spMkLst>
        </pc:spChg>
        <pc:spChg chg="add mod">
          <ac:chgData name="Dianah Myra Salazar" userId="b7ad3f4b6e8cee83" providerId="LiveId" clId="{770EF6DD-D3CA-42C1-AB1A-973E281CA696}" dt="2026-03-29T12:58:08.614" v="710" actId="20577"/>
          <ac:spMkLst>
            <pc:docMk/>
            <pc:sldMk cId="0" sldId="259"/>
            <ac:spMk id="31" creationId="{8F586788-337A-72B9-3ABF-BB7031BE50CF}"/>
          </ac:spMkLst>
        </pc:spChg>
        <pc:picChg chg="add mod">
          <ac:chgData name="Dianah Myra Salazar" userId="b7ad3f4b6e8cee83" providerId="LiveId" clId="{770EF6DD-D3CA-42C1-AB1A-973E281CA696}" dt="2026-03-29T12:56:48.843" v="665" actId="1037"/>
          <ac:picMkLst>
            <pc:docMk/>
            <pc:sldMk cId="0" sldId="259"/>
            <ac:picMk id="22" creationId="{E146E9FA-43D1-94AE-1B95-7F64450CEACA}"/>
          </ac:picMkLst>
        </pc:picChg>
        <pc:picChg chg="add mod">
          <ac:chgData name="Dianah Myra Salazar" userId="b7ad3f4b6e8cee83" providerId="LiveId" clId="{770EF6DD-D3CA-42C1-AB1A-973E281CA696}" dt="2026-03-29T12:56:40.820" v="644" actId="14100"/>
          <ac:picMkLst>
            <pc:docMk/>
            <pc:sldMk cId="0" sldId="259"/>
            <ac:picMk id="23" creationId="{22BDCE5D-65AE-89EB-7205-6D00864C104B}"/>
          </ac:picMkLst>
        </pc:picChg>
        <pc:picChg chg="add mod modCrop">
          <ac:chgData name="Dianah Myra Salazar" userId="b7ad3f4b6e8cee83" providerId="LiveId" clId="{770EF6DD-D3CA-42C1-AB1A-973E281CA696}" dt="2026-03-29T12:56:46.577" v="664" actId="1038"/>
          <ac:picMkLst>
            <pc:docMk/>
            <pc:sldMk cId="0" sldId="259"/>
            <ac:picMk id="26" creationId="{9631EAFB-77F1-A627-C5C7-A76C72B3A718}"/>
          </ac:picMkLst>
        </pc:picChg>
      </pc:sldChg>
      <pc:sldChg chg="addSp delSp modSp del mod">
        <pc:chgData name="Dianah Myra Salazar" userId="b7ad3f4b6e8cee83" providerId="LiveId" clId="{770EF6DD-D3CA-42C1-AB1A-973E281CA696}" dt="2026-03-29T13:02:25" v="824" actId="47"/>
        <pc:sldMkLst>
          <pc:docMk/>
          <pc:sldMk cId="0" sldId="260"/>
        </pc:sldMkLst>
      </pc:sldChg>
      <pc:sldChg chg="addSp delSp modSp del mod">
        <pc:chgData name="Dianah Myra Salazar" userId="b7ad3f4b6e8cee83" providerId="LiveId" clId="{770EF6DD-D3CA-42C1-AB1A-973E281CA696}" dt="2026-03-29T13:07:48.063" v="1043" actId="47"/>
        <pc:sldMkLst>
          <pc:docMk/>
          <pc:sldMk cId="0" sldId="261"/>
        </pc:sldMkLst>
      </pc:sldChg>
      <pc:sldChg chg="addSp delSp modSp del mod">
        <pc:chgData name="Dianah Myra Salazar" userId="b7ad3f4b6e8cee83" providerId="LiveId" clId="{770EF6DD-D3CA-42C1-AB1A-973E281CA696}" dt="2026-03-29T13:17:26.728" v="1206" actId="47"/>
        <pc:sldMkLst>
          <pc:docMk/>
          <pc:sldMk cId="0" sldId="262"/>
        </pc:sldMkLst>
        <pc:spChg chg="mod">
          <ac:chgData name="Dianah Myra Salazar" userId="b7ad3f4b6e8cee83" providerId="LiveId" clId="{770EF6DD-D3CA-42C1-AB1A-973E281CA696}" dt="2026-03-29T13:11:59.089" v="1113" actId="1076"/>
          <ac:spMkLst>
            <pc:docMk/>
            <pc:sldMk cId="0" sldId="262"/>
            <ac:spMk id="10" creationId="{00000000-0000-0000-0000-000000000000}"/>
          </ac:spMkLst>
        </pc:spChg>
        <pc:spChg chg="mod">
          <ac:chgData name="Dianah Myra Salazar" userId="b7ad3f4b6e8cee83" providerId="LiveId" clId="{770EF6DD-D3CA-42C1-AB1A-973E281CA696}" dt="2026-03-29T13:11:59.089" v="1113" actId="1076"/>
          <ac:spMkLst>
            <pc:docMk/>
            <pc:sldMk cId="0" sldId="262"/>
            <ac:spMk id="11" creationId="{00000000-0000-0000-0000-000000000000}"/>
          </ac:spMkLst>
        </pc:spChg>
        <pc:spChg chg="mod">
          <ac:chgData name="Dianah Myra Salazar" userId="b7ad3f4b6e8cee83" providerId="LiveId" clId="{770EF6DD-D3CA-42C1-AB1A-973E281CA696}" dt="2026-03-29T13:11:59.089" v="1113" actId="1076"/>
          <ac:spMkLst>
            <pc:docMk/>
            <pc:sldMk cId="0" sldId="262"/>
            <ac:spMk id="14" creationId="{00000000-0000-0000-0000-000000000000}"/>
          </ac:spMkLst>
        </pc:spChg>
        <pc:spChg chg="mod">
          <ac:chgData name="Dianah Myra Salazar" userId="b7ad3f4b6e8cee83" providerId="LiveId" clId="{770EF6DD-D3CA-42C1-AB1A-973E281CA696}" dt="2026-03-29T13:11:59.089" v="1113" actId="1076"/>
          <ac:spMkLst>
            <pc:docMk/>
            <pc:sldMk cId="0" sldId="262"/>
            <ac:spMk id="15" creationId="{00000000-0000-0000-0000-000000000000}"/>
          </ac:spMkLst>
        </pc:spChg>
        <pc:spChg chg="mod">
          <ac:chgData name="Dianah Myra Salazar" userId="b7ad3f4b6e8cee83" providerId="LiveId" clId="{770EF6DD-D3CA-42C1-AB1A-973E281CA696}" dt="2026-03-29T13:11:59.089" v="1113" actId="1076"/>
          <ac:spMkLst>
            <pc:docMk/>
            <pc:sldMk cId="0" sldId="262"/>
            <ac:spMk id="18" creationId="{00000000-0000-0000-0000-000000000000}"/>
          </ac:spMkLst>
        </pc:spChg>
      </pc:sldChg>
      <pc:sldChg chg="del">
        <pc:chgData name="Dianah Myra Salazar" userId="b7ad3f4b6e8cee83" providerId="LiveId" clId="{770EF6DD-D3CA-42C1-AB1A-973E281CA696}" dt="2026-03-29T13:18:04.259" v="1247" actId="47"/>
        <pc:sldMkLst>
          <pc:docMk/>
          <pc:sldMk cId="0" sldId="263"/>
        </pc:sldMkLst>
      </pc:sldChg>
      <pc:sldChg chg="del">
        <pc:chgData name="Dianah Myra Salazar" userId="b7ad3f4b6e8cee83" providerId="LiveId" clId="{770EF6DD-D3CA-42C1-AB1A-973E281CA696}" dt="2026-03-29T13:24:04.871" v="1339" actId="47"/>
        <pc:sldMkLst>
          <pc:docMk/>
          <pc:sldMk cId="0" sldId="264"/>
        </pc:sldMkLst>
      </pc:sldChg>
      <pc:sldChg chg="modSp add del mod">
        <pc:chgData name="Dianah Myra Salazar" userId="b7ad3f4b6e8cee83" providerId="LiveId" clId="{770EF6DD-D3CA-42C1-AB1A-973E281CA696}" dt="2026-03-29T13:27:52.655" v="1383" actId="47"/>
        <pc:sldMkLst>
          <pc:docMk/>
          <pc:sldMk cId="0" sldId="265"/>
        </pc:sldMkLst>
      </pc:sldChg>
      <pc:sldChg chg="modSp del mod">
        <pc:chgData name="Dianah Myra Salazar" userId="b7ad3f4b6e8cee83" providerId="LiveId" clId="{770EF6DD-D3CA-42C1-AB1A-973E281CA696}" dt="2026-03-29T13:29:42.578" v="1401" actId="47"/>
        <pc:sldMkLst>
          <pc:docMk/>
          <pc:sldMk cId="0" sldId="266"/>
        </pc:sldMkLst>
      </pc:sldChg>
      <pc:sldChg chg="modSp add del mod">
        <pc:chgData name="Dianah Myra Salazar" userId="b7ad3f4b6e8cee83" providerId="LiveId" clId="{770EF6DD-D3CA-42C1-AB1A-973E281CA696}" dt="2026-03-29T13:33:15.660" v="1468" actId="47"/>
        <pc:sldMkLst>
          <pc:docMk/>
          <pc:sldMk cId="0" sldId="267"/>
        </pc:sldMkLst>
      </pc:sldChg>
      <pc:sldChg chg="delSp modSp del mod">
        <pc:chgData name="Dianah Myra Salazar" userId="b7ad3f4b6e8cee83" providerId="LiveId" clId="{770EF6DD-D3CA-42C1-AB1A-973E281CA696}" dt="2026-03-29T14:05:01.063" v="1665" actId="47"/>
        <pc:sldMkLst>
          <pc:docMk/>
          <pc:sldMk cId="0" sldId="268"/>
        </pc:sldMkLst>
        <pc:spChg chg="del">
          <ac:chgData name="Dianah Myra Salazar" userId="b7ad3f4b6e8cee83" providerId="LiveId" clId="{770EF6DD-D3CA-42C1-AB1A-973E281CA696}" dt="2026-03-29T14:00:18.143" v="1614" actId="478"/>
          <ac:spMkLst>
            <pc:docMk/>
            <pc:sldMk cId="0" sldId="268"/>
            <ac:spMk id="2" creationId="{00000000-0000-0000-0000-000000000000}"/>
          </ac:spMkLst>
        </pc:spChg>
        <pc:spChg chg="del">
          <ac:chgData name="Dianah Myra Salazar" userId="b7ad3f4b6e8cee83" providerId="LiveId" clId="{770EF6DD-D3CA-42C1-AB1A-973E281CA696}" dt="2026-03-29T14:00:22.133" v="1615" actId="478"/>
          <ac:spMkLst>
            <pc:docMk/>
            <pc:sldMk cId="0" sldId="268"/>
            <ac:spMk id="3" creationId="{00000000-0000-0000-0000-000000000000}"/>
          </ac:spMkLst>
        </pc:spChg>
        <pc:spChg chg="del">
          <ac:chgData name="Dianah Myra Salazar" userId="b7ad3f4b6e8cee83" providerId="LiveId" clId="{770EF6DD-D3CA-42C1-AB1A-973E281CA696}" dt="2026-03-29T14:00:22.133" v="1615" actId="478"/>
          <ac:spMkLst>
            <pc:docMk/>
            <pc:sldMk cId="0" sldId="268"/>
            <ac:spMk id="4" creationId="{00000000-0000-0000-0000-000000000000}"/>
          </ac:spMkLst>
        </pc:spChg>
        <pc:spChg chg="mod">
          <ac:chgData name="Dianah Myra Salazar" userId="b7ad3f4b6e8cee83" providerId="LiveId" clId="{770EF6DD-D3CA-42C1-AB1A-973E281CA696}" dt="2026-03-29T14:00:15.737" v="1613" actId="20577"/>
          <ac:spMkLst>
            <pc:docMk/>
            <pc:sldMk cId="0" sldId="268"/>
            <ac:spMk id="5" creationId="{00000000-0000-0000-0000-000000000000}"/>
          </ac:spMkLst>
        </pc:spChg>
      </pc:sldChg>
      <pc:sldChg chg="modSp del mod">
        <pc:chgData name="Dianah Myra Salazar" userId="b7ad3f4b6e8cee83" providerId="LiveId" clId="{770EF6DD-D3CA-42C1-AB1A-973E281CA696}" dt="2026-03-29T14:08:49.007" v="1688" actId="47"/>
        <pc:sldMkLst>
          <pc:docMk/>
          <pc:sldMk cId="0" sldId="269"/>
        </pc:sldMkLst>
        <pc:spChg chg="mod">
          <ac:chgData name="Dianah Myra Salazar" userId="b7ad3f4b6e8cee83" providerId="LiveId" clId="{770EF6DD-D3CA-42C1-AB1A-973E281CA696}" dt="2026-03-29T14:05:18.315" v="1669" actId="1076"/>
          <ac:spMkLst>
            <pc:docMk/>
            <pc:sldMk cId="0" sldId="269"/>
            <ac:spMk id="5" creationId="{00000000-0000-0000-0000-000000000000}"/>
          </ac:spMkLst>
        </pc:spChg>
        <pc:spChg chg="mod">
          <ac:chgData name="Dianah Myra Salazar" userId="b7ad3f4b6e8cee83" providerId="LiveId" clId="{770EF6DD-D3CA-42C1-AB1A-973E281CA696}" dt="2026-03-29T14:05:18.315" v="1669" actId="1076"/>
          <ac:spMkLst>
            <pc:docMk/>
            <pc:sldMk cId="0" sldId="269"/>
            <ac:spMk id="8" creationId="{00000000-0000-0000-0000-000000000000}"/>
          </ac:spMkLst>
        </pc:spChg>
        <pc:spChg chg="mod">
          <ac:chgData name="Dianah Myra Salazar" userId="b7ad3f4b6e8cee83" providerId="LiveId" clId="{770EF6DD-D3CA-42C1-AB1A-973E281CA696}" dt="2026-03-29T14:05:18.315" v="1669" actId="1076"/>
          <ac:spMkLst>
            <pc:docMk/>
            <pc:sldMk cId="0" sldId="269"/>
            <ac:spMk id="9" creationId="{00000000-0000-0000-0000-000000000000}"/>
          </ac:spMkLst>
        </pc:spChg>
        <pc:spChg chg="mod">
          <ac:chgData name="Dianah Myra Salazar" userId="b7ad3f4b6e8cee83" providerId="LiveId" clId="{770EF6DD-D3CA-42C1-AB1A-973E281CA696}" dt="2026-03-29T14:05:18.315" v="1669" actId="1076"/>
          <ac:spMkLst>
            <pc:docMk/>
            <pc:sldMk cId="0" sldId="269"/>
            <ac:spMk id="12" creationId="{00000000-0000-0000-0000-000000000000}"/>
          </ac:spMkLst>
        </pc:spChg>
        <pc:spChg chg="mod">
          <ac:chgData name="Dianah Myra Salazar" userId="b7ad3f4b6e8cee83" providerId="LiveId" clId="{770EF6DD-D3CA-42C1-AB1A-973E281CA696}" dt="2026-03-29T14:05:18.315" v="1669" actId="1076"/>
          <ac:spMkLst>
            <pc:docMk/>
            <pc:sldMk cId="0" sldId="269"/>
            <ac:spMk id="13" creationId="{00000000-0000-0000-0000-000000000000}"/>
          </ac:spMkLst>
        </pc:spChg>
        <pc:spChg chg="mod">
          <ac:chgData name="Dianah Myra Salazar" userId="b7ad3f4b6e8cee83" providerId="LiveId" clId="{770EF6DD-D3CA-42C1-AB1A-973E281CA696}" dt="2026-03-29T14:05:18.315" v="1669" actId="1076"/>
          <ac:spMkLst>
            <pc:docMk/>
            <pc:sldMk cId="0" sldId="269"/>
            <ac:spMk id="16" creationId="{00000000-0000-0000-0000-000000000000}"/>
          </ac:spMkLst>
        </pc:spChg>
        <pc:spChg chg="mod">
          <ac:chgData name="Dianah Myra Salazar" userId="b7ad3f4b6e8cee83" providerId="LiveId" clId="{770EF6DD-D3CA-42C1-AB1A-973E281CA696}" dt="2026-03-29T14:05:18.315" v="1669" actId="1076"/>
          <ac:spMkLst>
            <pc:docMk/>
            <pc:sldMk cId="0" sldId="269"/>
            <ac:spMk id="20" creationId="{00000000-0000-0000-0000-000000000000}"/>
          </ac:spMkLst>
        </pc:spChg>
      </pc:sldChg>
      <pc:sldChg chg="modSp del mod">
        <pc:chgData name="Dianah Myra Salazar" userId="b7ad3f4b6e8cee83" providerId="LiveId" clId="{770EF6DD-D3CA-42C1-AB1A-973E281CA696}" dt="2026-03-29T14:12:03.362" v="1736" actId="47"/>
        <pc:sldMkLst>
          <pc:docMk/>
          <pc:sldMk cId="0" sldId="270"/>
        </pc:sldMkLst>
        <pc:spChg chg="mod">
          <ac:chgData name="Dianah Myra Salazar" userId="b7ad3f4b6e8cee83" providerId="LiveId" clId="{770EF6DD-D3CA-42C1-AB1A-973E281CA696}" dt="2026-03-24T01:38:42.244" v="300" actId="403"/>
          <ac:spMkLst>
            <pc:docMk/>
            <pc:sldMk cId="0" sldId="270"/>
            <ac:spMk id="7" creationId="{00000000-0000-0000-0000-000000000000}"/>
          </ac:spMkLst>
        </pc:spChg>
        <pc:spChg chg="mod">
          <ac:chgData name="Dianah Myra Salazar" userId="b7ad3f4b6e8cee83" providerId="LiveId" clId="{770EF6DD-D3CA-42C1-AB1A-973E281CA696}" dt="2026-03-24T01:38:42.244" v="300" actId="403"/>
          <ac:spMkLst>
            <pc:docMk/>
            <pc:sldMk cId="0" sldId="270"/>
            <ac:spMk id="11" creationId="{00000000-0000-0000-0000-000000000000}"/>
          </ac:spMkLst>
        </pc:spChg>
        <pc:spChg chg="mod">
          <ac:chgData name="Dianah Myra Salazar" userId="b7ad3f4b6e8cee83" providerId="LiveId" clId="{770EF6DD-D3CA-42C1-AB1A-973E281CA696}" dt="2026-03-24T01:38:42.244" v="300" actId="403"/>
          <ac:spMkLst>
            <pc:docMk/>
            <pc:sldMk cId="0" sldId="270"/>
            <ac:spMk id="15" creationId="{00000000-0000-0000-0000-000000000000}"/>
          </ac:spMkLst>
        </pc:spChg>
      </pc:sldChg>
      <pc:sldChg chg="addSp delSp modSp add mod ord">
        <pc:chgData name="Dianah Myra Salazar" userId="b7ad3f4b6e8cee83" providerId="LiveId" clId="{770EF6DD-D3CA-42C1-AB1A-973E281CA696}" dt="2026-03-29T12:51:52.417" v="524" actId="207"/>
        <pc:sldMkLst>
          <pc:docMk/>
          <pc:sldMk cId="3002042138" sldId="271"/>
        </pc:sldMkLst>
        <pc:spChg chg="del">
          <ac:chgData name="Dianah Myra Salazar" userId="b7ad3f4b6e8cee83" providerId="LiveId" clId="{770EF6DD-D3CA-42C1-AB1A-973E281CA696}" dt="2026-03-29T12:31:18.354" v="378" actId="478"/>
          <ac:spMkLst>
            <pc:docMk/>
            <pc:sldMk cId="3002042138" sldId="271"/>
            <ac:spMk id="2" creationId="{0DA63399-DB54-BB9C-56E6-43C65A7AF040}"/>
          </ac:spMkLst>
        </pc:spChg>
        <pc:spChg chg="add del mod">
          <ac:chgData name="Dianah Myra Salazar" userId="b7ad3f4b6e8cee83" providerId="LiveId" clId="{770EF6DD-D3CA-42C1-AB1A-973E281CA696}" dt="2026-03-29T12:49:35.812" v="491" actId="20577"/>
          <ac:spMkLst>
            <pc:docMk/>
            <pc:sldMk cId="3002042138" sldId="271"/>
            <ac:spMk id="3" creationId="{DFEC5E11-9E80-F075-39B6-B24B4BB386CD}"/>
          </ac:spMkLst>
        </pc:spChg>
        <pc:spChg chg="add del mod">
          <ac:chgData name="Dianah Myra Salazar" userId="b7ad3f4b6e8cee83" providerId="LiveId" clId="{770EF6DD-D3CA-42C1-AB1A-973E281CA696}" dt="2026-03-29T12:32:11.236" v="411" actId="478"/>
          <ac:spMkLst>
            <pc:docMk/>
            <pc:sldMk cId="3002042138" sldId="271"/>
            <ac:spMk id="4" creationId="{CEC9FE14-73CB-8A05-DA3B-83807BEBA498}"/>
          </ac:spMkLst>
        </pc:spChg>
        <pc:spChg chg="mod">
          <ac:chgData name="Dianah Myra Salazar" userId="b7ad3f4b6e8cee83" providerId="LiveId" clId="{770EF6DD-D3CA-42C1-AB1A-973E281CA696}" dt="2026-03-29T12:48:21.204" v="476" actId="2711"/>
          <ac:spMkLst>
            <pc:docMk/>
            <pc:sldMk cId="3002042138" sldId="271"/>
            <ac:spMk id="5" creationId="{4C23BAA7-5351-8A3F-7425-015B9AE7D725}"/>
          </ac:spMkLst>
        </pc:spChg>
        <pc:spChg chg="del">
          <ac:chgData name="Dianah Myra Salazar" userId="b7ad3f4b6e8cee83" providerId="LiveId" clId="{770EF6DD-D3CA-42C1-AB1A-973E281CA696}" dt="2026-03-29T12:33:35.451" v="445" actId="478"/>
          <ac:spMkLst>
            <pc:docMk/>
            <pc:sldMk cId="3002042138" sldId="271"/>
            <ac:spMk id="6" creationId="{63ACBF7B-7663-3389-E514-45ADFD6F11DA}"/>
          </ac:spMkLst>
        </pc:spChg>
        <pc:spChg chg="add mod ord">
          <ac:chgData name="Dianah Myra Salazar" userId="b7ad3f4b6e8cee83" providerId="LiveId" clId="{770EF6DD-D3CA-42C1-AB1A-973E281CA696}" dt="2026-03-29T12:32:15.871" v="415" actId="403"/>
          <ac:spMkLst>
            <pc:docMk/>
            <pc:sldMk cId="3002042138" sldId="271"/>
            <ac:spMk id="7" creationId="{7890255A-EA51-B58B-294D-F6745267D97F}"/>
          </ac:spMkLst>
        </pc:spChg>
        <pc:spChg chg="mod">
          <ac:chgData name="Dianah Myra Salazar" userId="b7ad3f4b6e8cee83" providerId="LiveId" clId="{770EF6DD-D3CA-42C1-AB1A-973E281CA696}" dt="2026-03-29T12:51:47.894" v="523" actId="207"/>
          <ac:spMkLst>
            <pc:docMk/>
            <pc:sldMk cId="3002042138" sldId="271"/>
            <ac:spMk id="8" creationId="{5275CE2D-5B99-A107-D836-324DA43457AE}"/>
          </ac:spMkLst>
        </pc:spChg>
        <pc:spChg chg="mod">
          <ac:chgData name="Dianah Myra Salazar" userId="b7ad3f4b6e8cee83" providerId="LiveId" clId="{770EF6DD-D3CA-42C1-AB1A-973E281CA696}" dt="2026-03-29T12:34:16.276" v="453" actId="1076"/>
          <ac:spMkLst>
            <pc:docMk/>
            <pc:sldMk cId="3002042138" sldId="271"/>
            <ac:spMk id="9" creationId="{2EF249FD-1DE1-DAE9-8C2F-65A20A411315}"/>
          </ac:spMkLst>
        </pc:spChg>
        <pc:spChg chg="mod">
          <ac:chgData name="Dianah Myra Salazar" userId="b7ad3f4b6e8cee83" providerId="LiveId" clId="{770EF6DD-D3CA-42C1-AB1A-973E281CA696}" dt="2026-03-29T12:48:32.293" v="477" actId="403"/>
          <ac:spMkLst>
            <pc:docMk/>
            <pc:sldMk cId="3002042138" sldId="271"/>
            <ac:spMk id="10" creationId="{5EA5EA47-E1A5-54FD-F46C-4C886B26B6E6}"/>
          </ac:spMkLst>
        </pc:spChg>
        <pc:spChg chg="mod">
          <ac:chgData name="Dianah Myra Salazar" userId="b7ad3f4b6e8cee83" providerId="LiveId" clId="{770EF6DD-D3CA-42C1-AB1A-973E281CA696}" dt="2026-03-29T12:48:32.293" v="477" actId="403"/>
          <ac:spMkLst>
            <pc:docMk/>
            <pc:sldMk cId="3002042138" sldId="271"/>
            <ac:spMk id="11" creationId="{BCCE0409-F5C6-FF4D-747A-038F099810B3}"/>
          </ac:spMkLst>
        </pc:spChg>
        <pc:spChg chg="mod">
          <ac:chgData name="Dianah Myra Salazar" userId="b7ad3f4b6e8cee83" providerId="LiveId" clId="{770EF6DD-D3CA-42C1-AB1A-973E281CA696}" dt="2026-03-29T12:51:52.417" v="524" actId="207"/>
          <ac:spMkLst>
            <pc:docMk/>
            <pc:sldMk cId="3002042138" sldId="271"/>
            <ac:spMk id="12" creationId="{FC824EC4-BD16-A0D4-B4BE-6ED89E65E370}"/>
          </ac:spMkLst>
        </pc:spChg>
        <pc:spChg chg="mod">
          <ac:chgData name="Dianah Myra Salazar" userId="b7ad3f4b6e8cee83" providerId="LiveId" clId="{770EF6DD-D3CA-42C1-AB1A-973E281CA696}" dt="2026-03-29T12:34:41.980" v="455" actId="14100"/>
          <ac:spMkLst>
            <pc:docMk/>
            <pc:sldMk cId="3002042138" sldId="271"/>
            <ac:spMk id="13" creationId="{78C73A27-3585-EDFE-5F9C-67F4F40B6014}"/>
          </ac:spMkLst>
        </pc:spChg>
        <pc:spChg chg="mod">
          <ac:chgData name="Dianah Myra Salazar" userId="b7ad3f4b6e8cee83" providerId="LiveId" clId="{770EF6DD-D3CA-42C1-AB1A-973E281CA696}" dt="2026-03-29T12:48:32.293" v="477" actId="403"/>
          <ac:spMkLst>
            <pc:docMk/>
            <pc:sldMk cId="3002042138" sldId="271"/>
            <ac:spMk id="14" creationId="{2D7DE6C4-B6FF-41B7-1FB2-772D0CFAB474}"/>
          </ac:spMkLst>
        </pc:spChg>
        <pc:spChg chg="mod">
          <ac:chgData name="Dianah Myra Salazar" userId="b7ad3f4b6e8cee83" providerId="LiveId" clId="{770EF6DD-D3CA-42C1-AB1A-973E281CA696}" dt="2026-03-29T12:48:32.293" v="477" actId="403"/>
          <ac:spMkLst>
            <pc:docMk/>
            <pc:sldMk cId="3002042138" sldId="271"/>
            <ac:spMk id="15" creationId="{175C9065-74B8-7E17-C587-764B2DE160EC}"/>
          </ac:spMkLst>
        </pc:spChg>
        <pc:spChg chg="del">
          <ac:chgData name="Dianah Myra Salazar" userId="b7ad3f4b6e8cee83" providerId="LiveId" clId="{770EF6DD-D3CA-42C1-AB1A-973E281CA696}" dt="2026-03-29T12:32:59.423" v="426" actId="478"/>
          <ac:spMkLst>
            <pc:docMk/>
            <pc:sldMk cId="3002042138" sldId="271"/>
            <ac:spMk id="16" creationId="{5E1F49D1-D1D9-9006-9A8E-E5989A58ABBE}"/>
          </ac:spMkLst>
        </pc:spChg>
        <pc:spChg chg="del">
          <ac:chgData name="Dianah Myra Salazar" userId="b7ad3f4b6e8cee83" providerId="LiveId" clId="{770EF6DD-D3CA-42C1-AB1A-973E281CA696}" dt="2026-03-29T12:32:59.423" v="426" actId="478"/>
          <ac:spMkLst>
            <pc:docMk/>
            <pc:sldMk cId="3002042138" sldId="271"/>
            <ac:spMk id="17" creationId="{50D6DD98-C839-416F-3C2A-0649A8F0ACF9}"/>
          </ac:spMkLst>
        </pc:spChg>
        <pc:spChg chg="del">
          <ac:chgData name="Dianah Myra Salazar" userId="b7ad3f4b6e8cee83" providerId="LiveId" clId="{770EF6DD-D3CA-42C1-AB1A-973E281CA696}" dt="2026-03-29T12:32:59.423" v="426" actId="478"/>
          <ac:spMkLst>
            <pc:docMk/>
            <pc:sldMk cId="3002042138" sldId="271"/>
            <ac:spMk id="18" creationId="{B55A373E-D789-916C-E884-8B28C1AD5EE6}"/>
          </ac:spMkLst>
        </pc:spChg>
        <pc:spChg chg="del">
          <ac:chgData name="Dianah Myra Salazar" userId="b7ad3f4b6e8cee83" providerId="LiveId" clId="{770EF6DD-D3CA-42C1-AB1A-973E281CA696}" dt="2026-03-29T12:32:59.423" v="426" actId="478"/>
          <ac:spMkLst>
            <pc:docMk/>
            <pc:sldMk cId="3002042138" sldId="271"/>
            <ac:spMk id="19" creationId="{49ADADDD-D514-DD2C-7FD4-0E5DAAABF192}"/>
          </ac:spMkLst>
        </pc:spChg>
        <pc:spChg chg="del">
          <ac:chgData name="Dianah Myra Salazar" userId="b7ad3f4b6e8cee83" providerId="LiveId" clId="{770EF6DD-D3CA-42C1-AB1A-973E281CA696}" dt="2026-03-29T12:33:40.004" v="447" actId="478"/>
          <ac:spMkLst>
            <pc:docMk/>
            <pc:sldMk cId="3002042138" sldId="271"/>
            <ac:spMk id="20" creationId="{0CB90CA0-46CC-E24A-DB67-0B9DC3173728}"/>
          </ac:spMkLst>
        </pc:spChg>
        <pc:spChg chg="add mod">
          <ac:chgData name="Dianah Myra Salazar" userId="b7ad3f4b6e8cee83" providerId="LiveId" clId="{770EF6DD-D3CA-42C1-AB1A-973E281CA696}" dt="2026-03-29T12:31:18.791" v="379"/>
          <ac:spMkLst>
            <pc:docMk/>
            <pc:sldMk cId="3002042138" sldId="271"/>
            <ac:spMk id="22" creationId="{5030BAAD-130B-F26F-C78C-54834C37D2AB}"/>
          </ac:spMkLst>
        </pc:spChg>
        <pc:spChg chg="add mod">
          <ac:chgData name="Dianah Myra Salazar" userId="b7ad3f4b6e8cee83" providerId="LiveId" clId="{770EF6DD-D3CA-42C1-AB1A-973E281CA696}" dt="2026-03-29T12:31:22.505" v="380" actId="20577"/>
          <ac:spMkLst>
            <pc:docMk/>
            <pc:sldMk cId="3002042138" sldId="271"/>
            <ac:spMk id="23" creationId="{899A97ED-7CA5-E50E-3BB5-51DC3EA71DF9}"/>
          </ac:spMkLst>
        </pc:spChg>
        <pc:picChg chg="add mod modCrop">
          <ac:chgData name="Dianah Myra Salazar" userId="b7ad3f4b6e8cee83" providerId="LiveId" clId="{770EF6DD-D3CA-42C1-AB1A-973E281CA696}" dt="2026-03-29T12:35:56.024" v="473" actId="1076"/>
          <ac:picMkLst>
            <pc:docMk/>
            <pc:sldMk cId="3002042138" sldId="271"/>
            <ac:picMk id="21" creationId="{198F88CD-F1F0-43AB-C5E5-487568F48025}"/>
          </ac:picMkLst>
        </pc:picChg>
        <pc:picChg chg="add mod modCrop">
          <ac:chgData name="Dianah Myra Salazar" userId="b7ad3f4b6e8cee83" providerId="LiveId" clId="{770EF6DD-D3CA-42C1-AB1A-973E281CA696}" dt="2026-03-29T12:35:53.072" v="472" actId="14100"/>
          <ac:picMkLst>
            <pc:docMk/>
            <pc:sldMk cId="3002042138" sldId="271"/>
            <ac:picMk id="24" creationId="{E414C00C-EBBD-738D-9C69-977CD76B1719}"/>
          </ac:picMkLst>
        </pc:picChg>
      </pc:sldChg>
      <pc:sldChg chg="addSp delSp modSp add del mod">
        <pc:chgData name="Dianah Myra Salazar" userId="b7ad3f4b6e8cee83" providerId="LiveId" clId="{770EF6DD-D3CA-42C1-AB1A-973E281CA696}" dt="2026-03-29T13:11:38.250" v="1108" actId="47"/>
        <pc:sldMkLst>
          <pc:docMk/>
          <pc:sldMk cId="1145088948" sldId="272"/>
        </pc:sldMkLst>
      </pc:sldChg>
      <pc:sldChg chg="addSp delSp modSp add del mod">
        <pc:chgData name="Dianah Myra Salazar" userId="b7ad3f4b6e8cee83" providerId="LiveId" clId="{770EF6DD-D3CA-42C1-AB1A-973E281CA696}" dt="2026-03-29T12:54:38.500" v="620" actId="47"/>
        <pc:sldMkLst>
          <pc:docMk/>
          <pc:sldMk cId="3276418859" sldId="273"/>
        </pc:sldMkLst>
      </pc:sldChg>
      <pc:sldChg chg="addSp delSp modSp add del mod">
        <pc:chgData name="Dianah Myra Salazar" userId="b7ad3f4b6e8cee83" providerId="LiveId" clId="{770EF6DD-D3CA-42C1-AB1A-973E281CA696}" dt="2026-03-29T12:58:23.061" v="712" actId="47"/>
        <pc:sldMkLst>
          <pc:docMk/>
          <pc:sldMk cId="3602419843" sldId="274"/>
        </pc:sldMkLst>
      </pc:sldChg>
      <pc:sldChg chg="addSp delSp modSp add del mod">
        <pc:chgData name="Dianah Myra Salazar" userId="b7ad3f4b6e8cee83" providerId="LiveId" clId="{770EF6DD-D3CA-42C1-AB1A-973E281CA696}" dt="2026-03-29T13:02:28.376" v="825" actId="47"/>
        <pc:sldMkLst>
          <pc:docMk/>
          <pc:sldMk cId="3601525482" sldId="276"/>
        </pc:sldMkLst>
        <pc:picChg chg="add mod ord">
          <ac:chgData name="Dianah Myra Salazar" userId="b7ad3f4b6e8cee83" providerId="LiveId" clId="{770EF6DD-D3CA-42C1-AB1A-973E281CA696}" dt="2026-03-29T13:00:13.896" v="783" actId="1035"/>
          <ac:picMkLst>
            <pc:docMk/>
            <pc:sldMk cId="3601525482" sldId="276"/>
            <ac:picMk id="21" creationId="{C990CE5B-9E0B-7225-7887-3F191BE2F979}"/>
          </ac:picMkLst>
        </pc:picChg>
      </pc:sldChg>
      <pc:sldChg chg="addSp delSp modSp add del mod">
        <pc:chgData name="Dianah Myra Salazar" userId="b7ad3f4b6e8cee83" providerId="LiveId" clId="{770EF6DD-D3CA-42C1-AB1A-973E281CA696}" dt="2026-03-29T12:58:19.820" v="711" actId="47"/>
        <pc:sldMkLst>
          <pc:docMk/>
          <pc:sldMk cId="125111421" sldId="277"/>
        </pc:sldMkLst>
        <pc:spChg chg="mod">
          <ac:chgData name="Dianah Myra Salazar" userId="b7ad3f4b6e8cee83" providerId="LiveId" clId="{770EF6DD-D3CA-42C1-AB1A-973E281CA696}" dt="2026-03-29T12:53:52.409" v="619" actId="20577"/>
          <ac:spMkLst>
            <pc:docMk/>
            <pc:sldMk cId="125111421" sldId="277"/>
            <ac:spMk id="5" creationId="{729BC3DF-EFEA-CC34-89DD-67DBBA0B32E4}"/>
          </ac:spMkLst>
        </pc:spChg>
        <pc:picChg chg="add mod modCrop">
          <ac:chgData name="Dianah Myra Salazar" userId="b7ad3f4b6e8cee83" providerId="LiveId" clId="{770EF6DD-D3CA-42C1-AB1A-973E281CA696}" dt="2026-03-29T12:53:40.301" v="616" actId="1036"/>
          <ac:picMkLst>
            <pc:docMk/>
            <pc:sldMk cId="125111421" sldId="277"/>
            <ac:picMk id="2" creationId="{B3F840FD-6C64-E1DD-B8F4-4CA59D481A55}"/>
          </ac:picMkLst>
        </pc:picChg>
        <pc:picChg chg="del">
          <ac:chgData name="Dianah Myra Salazar" userId="b7ad3f4b6e8cee83" providerId="LiveId" clId="{770EF6DD-D3CA-42C1-AB1A-973E281CA696}" dt="2026-03-29T12:53:11.870" v="560" actId="478"/>
          <ac:picMkLst>
            <pc:docMk/>
            <pc:sldMk cId="125111421" sldId="277"/>
            <ac:picMk id="26" creationId="{0F1DE8E1-65D9-ED1A-D6F7-3EC1E19C964C}"/>
          </ac:picMkLst>
        </pc:picChg>
      </pc:sldChg>
      <pc:sldChg chg="addSp delSp modSp add mod">
        <pc:chgData name="Dianah Myra Salazar" userId="b7ad3f4b6e8cee83" providerId="LiveId" clId="{770EF6DD-D3CA-42C1-AB1A-973E281CA696}" dt="2026-03-29T13:02:15.365" v="823" actId="1076"/>
        <pc:sldMkLst>
          <pc:docMk/>
          <pc:sldMk cId="476528478" sldId="277"/>
        </pc:sldMkLst>
        <pc:spChg chg="mod">
          <ac:chgData name="Dianah Myra Salazar" userId="b7ad3f4b6e8cee83" providerId="LiveId" clId="{770EF6DD-D3CA-42C1-AB1A-973E281CA696}" dt="2026-03-29T12:58:48.716" v="738" actId="20577"/>
          <ac:spMkLst>
            <pc:docMk/>
            <pc:sldMk cId="476528478" sldId="277"/>
            <ac:spMk id="3" creationId="{5A4B7A8F-87EC-00DC-8E96-A39CD971B5E4}"/>
          </ac:spMkLst>
        </pc:spChg>
        <pc:spChg chg="mod">
          <ac:chgData name="Dianah Myra Salazar" userId="b7ad3f4b6e8cee83" providerId="LiveId" clId="{770EF6DD-D3CA-42C1-AB1A-973E281CA696}" dt="2026-03-29T13:01:24.375" v="800" actId="20577"/>
          <ac:spMkLst>
            <pc:docMk/>
            <pc:sldMk cId="476528478" sldId="277"/>
            <ac:spMk id="5" creationId="{5F502A95-83C9-4359-4215-9FE5E3592874}"/>
          </ac:spMkLst>
        </pc:spChg>
        <pc:spChg chg="mod">
          <ac:chgData name="Dianah Myra Salazar" userId="b7ad3f4b6e8cee83" providerId="LiveId" clId="{770EF6DD-D3CA-42C1-AB1A-973E281CA696}" dt="2026-03-29T13:01:38.772" v="816" actId="20577"/>
          <ac:spMkLst>
            <pc:docMk/>
            <pc:sldMk cId="476528478" sldId="277"/>
            <ac:spMk id="18" creationId="{05D6C441-6041-2444-5B9B-B9FFC363E64E}"/>
          </ac:spMkLst>
        </pc:spChg>
        <pc:spChg chg="mod">
          <ac:chgData name="Dianah Myra Salazar" userId="b7ad3f4b6e8cee83" providerId="LiveId" clId="{770EF6DD-D3CA-42C1-AB1A-973E281CA696}" dt="2026-03-29T13:02:15.365" v="823" actId="1076"/>
          <ac:spMkLst>
            <pc:docMk/>
            <pc:sldMk cId="476528478" sldId="277"/>
            <ac:spMk id="19" creationId="{9E28F674-15F7-F0A7-3E89-31BA1C8FE278}"/>
          </ac:spMkLst>
        </pc:spChg>
        <pc:spChg chg="mod">
          <ac:chgData name="Dianah Myra Salazar" userId="b7ad3f4b6e8cee83" providerId="LiveId" clId="{770EF6DD-D3CA-42C1-AB1A-973E281CA696}" dt="2026-03-29T13:01:00.546" v="797" actId="1076"/>
          <ac:spMkLst>
            <pc:docMk/>
            <pc:sldMk cId="476528478" sldId="277"/>
            <ac:spMk id="25" creationId="{0FD346B7-6B17-7599-560F-7DD817EA481B}"/>
          </ac:spMkLst>
        </pc:spChg>
        <pc:spChg chg="del">
          <ac:chgData name="Dianah Myra Salazar" userId="b7ad3f4b6e8cee83" providerId="LiveId" clId="{770EF6DD-D3CA-42C1-AB1A-973E281CA696}" dt="2026-03-29T13:01:02.375" v="798" actId="478"/>
          <ac:spMkLst>
            <pc:docMk/>
            <pc:sldMk cId="476528478" sldId="277"/>
            <ac:spMk id="28" creationId="{C07327ED-CFB9-F95B-87A3-CF5039939B66}"/>
          </ac:spMkLst>
        </pc:spChg>
        <pc:spChg chg="mod">
          <ac:chgData name="Dianah Myra Salazar" userId="b7ad3f4b6e8cee83" providerId="LiveId" clId="{770EF6DD-D3CA-42C1-AB1A-973E281CA696}" dt="2026-03-29T13:00:56.428" v="796" actId="1076"/>
          <ac:spMkLst>
            <pc:docMk/>
            <pc:sldMk cId="476528478" sldId="277"/>
            <ac:spMk id="31" creationId="{2A9BF225-11FC-113F-B8F0-2E7D209E0E23}"/>
          </ac:spMkLst>
        </pc:spChg>
        <pc:picChg chg="add mod modCrop">
          <ac:chgData name="Dianah Myra Salazar" userId="b7ad3f4b6e8cee83" providerId="LiveId" clId="{770EF6DD-D3CA-42C1-AB1A-973E281CA696}" dt="2026-03-29T13:00:45.538" v="795" actId="1036"/>
          <ac:picMkLst>
            <pc:docMk/>
            <pc:sldMk cId="476528478" sldId="277"/>
            <ac:picMk id="2" creationId="{6A78C3B5-B5BE-0429-7F3E-B350A991E6CB}"/>
          </ac:picMkLst>
        </pc:picChg>
        <pc:picChg chg="add mod modCrop">
          <ac:chgData name="Dianah Myra Salazar" userId="b7ad3f4b6e8cee83" providerId="LiveId" clId="{770EF6DD-D3CA-42C1-AB1A-973E281CA696}" dt="2026-03-29T13:00:41.056" v="789" actId="1076"/>
          <ac:picMkLst>
            <pc:docMk/>
            <pc:sldMk cId="476528478" sldId="277"/>
            <ac:picMk id="4" creationId="{97ADA820-1F16-0DBF-93B1-BA188CDD451B}"/>
          </ac:picMkLst>
        </pc:picChg>
        <pc:picChg chg="del">
          <ac:chgData name="Dianah Myra Salazar" userId="b7ad3f4b6e8cee83" providerId="LiveId" clId="{770EF6DD-D3CA-42C1-AB1A-973E281CA696}" dt="2026-03-29T12:59:37.622" v="773" actId="478"/>
          <ac:picMkLst>
            <pc:docMk/>
            <pc:sldMk cId="476528478" sldId="277"/>
            <ac:picMk id="22" creationId="{5CC08C31-23B1-6DBC-4E47-A2F1A53E79C7}"/>
          </ac:picMkLst>
        </pc:picChg>
        <pc:picChg chg="del">
          <ac:chgData name="Dianah Myra Salazar" userId="b7ad3f4b6e8cee83" providerId="LiveId" clId="{770EF6DD-D3CA-42C1-AB1A-973E281CA696}" dt="2026-03-29T12:59:36.029" v="772" actId="478"/>
          <ac:picMkLst>
            <pc:docMk/>
            <pc:sldMk cId="476528478" sldId="277"/>
            <ac:picMk id="23" creationId="{51B50702-AC17-D684-C454-0BDFC955D324}"/>
          </ac:picMkLst>
        </pc:picChg>
        <pc:picChg chg="del">
          <ac:chgData name="Dianah Myra Salazar" userId="b7ad3f4b6e8cee83" providerId="LiveId" clId="{770EF6DD-D3CA-42C1-AB1A-973E281CA696}" dt="2026-03-29T12:59:39.727" v="774" actId="478"/>
          <ac:picMkLst>
            <pc:docMk/>
            <pc:sldMk cId="476528478" sldId="277"/>
            <ac:picMk id="26" creationId="{29D649EB-67B9-7157-4375-62E392082EF6}"/>
          </ac:picMkLst>
        </pc:picChg>
      </pc:sldChg>
      <pc:sldChg chg="addSp delSp modSp add mod">
        <pc:chgData name="Dianah Myra Salazar" userId="b7ad3f4b6e8cee83" providerId="LiveId" clId="{770EF6DD-D3CA-42C1-AB1A-973E281CA696}" dt="2026-03-29T13:07:30.430" v="1041" actId="20577"/>
        <pc:sldMkLst>
          <pc:docMk/>
          <pc:sldMk cId="724555061" sldId="278"/>
        </pc:sldMkLst>
        <pc:spChg chg="mod">
          <ac:chgData name="Dianah Myra Salazar" userId="b7ad3f4b6e8cee83" providerId="LiveId" clId="{770EF6DD-D3CA-42C1-AB1A-973E281CA696}" dt="2026-03-29T13:02:51.056" v="849" actId="20577"/>
          <ac:spMkLst>
            <pc:docMk/>
            <pc:sldMk cId="724555061" sldId="278"/>
            <ac:spMk id="3" creationId="{0C85B541-7F57-6FB6-F385-776272A79CED}"/>
          </ac:spMkLst>
        </pc:spChg>
        <pc:spChg chg="mod">
          <ac:chgData name="Dianah Myra Salazar" userId="b7ad3f4b6e8cee83" providerId="LiveId" clId="{770EF6DD-D3CA-42C1-AB1A-973E281CA696}" dt="2026-03-29T13:03:05.718" v="864" actId="20577"/>
          <ac:spMkLst>
            <pc:docMk/>
            <pc:sldMk cId="724555061" sldId="278"/>
            <ac:spMk id="5" creationId="{B4CA5FF5-82A7-F0C5-7CD3-C3664D3C4DB4}"/>
          </ac:spMkLst>
        </pc:spChg>
        <pc:spChg chg="add mod">
          <ac:chgData name="Dianah Myra Salazar" userId="b7ad3f4b6e8cee83" providerId="LiveId" clId="{770EF6DD-D3CA-42C1-AB1A-973E281CA696}" dt="2026-03-29T13:05:34.881" v="927" actId="1076"/>
          <ac:spMkLst>
            <pc:docMk/>
            <pc:sldMk cId="724555061" sldId="278"/>
            <ac:spMk id="8" creationId="{2407784B-51F6-DA83-8D79-F903AD8B6600}"/>
          </ac:spMkLst>
        </pc:spChg>
        <pc:spChg chg="add mod">
          <ac:chgData name="Dianah Myra Salazar" userId="b7ad3f4b6e8cee83" providerId="LiveId" clId="{770EF6DD-D3CA-42C1-AB1A-973E281CA696}" dt="2026-03-29T13:06:09.206" v="931"/>
          <ac:spMkLst>
            <pc:docMk/>
            <pc:sldMk cId="724555061" sldId="278"/>
            <ac:spMk id="9" creationId="{257ECACA-5615-A7B6-1350-7E0421DBD8E5}"/>
          </ac:spMkLst>
        </pc:spChg>
        <pc:spChg chg="add mod">
          <ac:chgData name="Dianah Myra Salazar" userId="b7ad3f4b6e8cee83" providerId="LiveId" clId="{770EF6DD-D3CA-42C1-AB1A-973E281CA696}" dt="2026-03-29T13:06:09.206" v="931"/>
          <ac:spMkLst>
            <pc:docMk/>
            <pc:sldMk cId="724555061" sldId="278"/>
            <ac:spMk id="10" creationId="{98F3CD0F-31ED-13F7-C7DA-9F8315864AC8}"/>
          </ac:spMkLst>
        </pc:spChg>
        <pc:spChg chg="add mod">
          <ac:chgData name="Dianah Myra Salazar" userId="b7ad3f4b6e8cee83" providerId="LiveId" clId="{770EF6DD-D3CA-42C1-AB1A-973E281CA696}" dt="2026-03-29T13:06:34.930" v="951" actId="20577"/>
          <ac:spMkLst>
            <pc:docMk/>
            <pc:sldMk cId="724555061" sldId="278"/>
            <ac:spMk id="11" creationId="{364BA9BC-378A-BE31-F05E-FE712A15B448}"/>
          </ac:spMkLst>
        </pc:spChg>
        <pc:spChg chg="add mod">
          <ac:chgData name="Dianah Myra Salazar" userId="b7ad3f4b6e8cee83" providerId="LiveId" clId="{770EF6DD-D3CA-42C1-AB1A-973E281CA696}" dt="2026-03-29T13:07:30.430" v="1041" actId="20577"/>
          <ac:spMkLst>
            <pc:docMk/>
            <pc:sldMk cId="724555061" sldId="278"/>
            <ac:spMk id="12" creationId="{F4F8141D-019B-6C08-CB93-670FCB6141B8}"/>
          </ac:spMkLst>
        </pc:spChg>
        <pc:spChg chg="mod">
          <ac:chgData name="Dianah Myra Salazar" userId="b7ad3f4b6e8cee83" providerId="LiveId" clId="{770EF6DD-D3CA-42C1-AB1A-973E281CA696}" dt="2026-03-29T13:06:11.630" v="933" actId="1076"/>
          <ac:spMkLst>
            <pc:docMk/>
            <pc:sldMk cId="724555061" sldId="278"/>
            <ac:spMk id="16" creationId="{7EEF3284-DCD6-6629-7F73-806FB15C3958}"/>
          </ac:spMkLst>
        </pc:spChg>
        <pc:spChg chg="mod">
          <ac:chgData name="Dianah Myra Salazar" userId="b7ad3f4b6e8cee83" providerId="LiveId" clId="{770EF6DD-D3CA-42C1-AB1A-973E281CA696}" dt="2026-03-29T13:06:01.835" v="930" actId="1076"/>
          <ac:spMkLst>
            <pc:docMk/>
            <pc:sldMk cId="724555061" sldId="278"/>
            <ac:spMk id="18" creationId="{F6B30EB6-CF9D-041E-EB3D-6DB440A785C7}"/>
          </ac:spMkLst>
        </pc:spChg>
        <pc:spChg chg="mod">
          <ac:chgData name="Dianah Myra Salazar" userId="b7ad3f4b6e8cee83" providerId="LiveId" clId="{770EF6DD-D3CA-42C1-AB1A-973E281CA696}" dt="2026-03-29T13:05:24.147" v="925" actId="20577"/>
          <ac:spMkLst>
            <pc:docMk/>
            <pc:sldMk cId="724555061" sldId="278"/>
            <ac:spMk id="19" creationId="{EBEED4F6-01EA-4ACE-9414-2FE62DE06030}"/>
          </ac:spMkLst>
        </pc:spChg>
        <pc:spChg chg="del">
          <ac:chgData name="Dianah Myra Salazar" userId="b7ad3f4b6e8cee83" providerId="LiveId" clId="{770EF6DD-D3CA-42C1-AB1A-973E281CA696}" dt="2026-03-29T13:04:26.833" v="868" actId="478"/>
          <ac:spMkLst>
            <pc:docMk/>
            <pc:sldMk cId="724555061" sldId="278"/>
            <ac:spMk id="25" creationId="{F8C5E761-3B78-AB72-A314-FBF869CCC836}"/>
          </ac:spMkLst>
        </pc:spChg>
        <pc:spChg chg="del">
          <ac:chgData name="Dianah Myra Salazar" userId="b7ad3f4b6e8cee83" providerId="LiveId" clId="{770EF6DD-D3CA-42C1-AB1A-973E281CA696}" dt="2026-03-29T13:04:22.292" v="866" actId="478"/>
          <ac:spMkLst>
            <pc:docMk/>
            <pc:sldMk cId="724555061" sldId="278"/>
            <ac:spMk id="31" creationId="{A08B762F-3FA4-106C-207A-C650BDCAA899}"/>
          </ac:spMkLst>
        </pc:spChg>
        <pc:picChg chg="del">
          <ac:chgData name="Dianah Myra Salazar" userId="b7ad3f4b6e8cee83" providerId="LiveId" clId="{770EF6DD-D3CA-42C1-AB1A-973E281CA696}" dt="2026-03-29T13:04:19.493" v="865" actId="478"/>
          <ac:picMkLst>
            <pc:docMk/>
            <pc:sldMk cId="724555061" sldId="278"/>
            <ac:picMk id="2" creationId="{EA2343F4-4817-37BF-F3F6-0E40730CE6BE}"/>
          </ac:picMkLst>
        </pc:picChg>
        <pc:picChg chg="del">
          <ac:chgData name="Dianah Myra Salazar" userId="b7ad3f4b6e8cee83" providerId="LiveId" clId="{770EF6DD-D3CA-42C1-AB1A-973E281CA696}" dt="2026-03-29T13:04:23.419" v="867" actId="478"/>
          <ac:picMkLst>
            <pc:docMk/>
            <pc:sldMk cId="724555061" sldId="278"/>
            <ac:picMk id="4" creationId="{ED932094-193A-5C80-26F0-0CD43295225D}"/>
          </ac:picMkLst>
        </pc:picChg>
        <pc:picChg chg="add mod modCrop">
          <ac:chgData name="Dianah Myra Salazar" userId="b7ad3f4b6e8cee83" providerId="LiveId" clId="{770EF6DD-D3CA-42C1-AB1A-973E281CA696}" dt="2026-03-29T13:04:46.452" v="876" actId="14100"/>
          <ac:picMkLst>
            <pc:docMk/>
            <pc:sldMk cId="724555061" sldId="278"/>
            <ac:picMk id="6" creationId="{D32E44D8-26FB-26F7-FFAF-AAD61B1E3405}"/>
          </ac:picMkLst>
        </pc:picChg>
      </pc:sldChg>
      <pc:sldChg chg="addSp delSp modSp add mod">
        <pc:chgData name="Dianah Myra Salazar" userId="b7ad3f4b6e8cee83" providerId="LiveId" clId="{770EF6DD-D3CA-42C1-AB1A-973E281CA696}" dt="2026-03-29T13:10:55.216" v="1107" actId="1076"/>
        <pc:sldMkLst>
          <pc:docMk/>
          <pc:sldMk cId="1366138777" sldId="279"/>
        </pc:sldMkLst>
        <pc:spChg chg="mod">
          <ac:chgData name="Dianah Myra Salazar" userId="b7ad3f4b6e8cee83" providerId="LiveId" clId="{770EF6DD-D3CA-42C1-AB1A-973E281CA696}" dt="2026-03-29T13:09:02.345" v="1057" actId="20577"/>
          <ac:spMkLst>
            <pc:docMk/>
            <pc:sldMk cId="1366138777" sldId="279"/>
            <ac:spMk id="5" creationId="{8ACDB189-6EA8-B76B-EA73-DA9E4A25085B}"/>
          </ac:spMkLst>
        </pc:spChg>
        <pc:spChg chg="mod">
          <ac:chgData name="Dianah Myra Salazar" userId="b7ad3f4b6e8cee83" providerId="LiveId" clId="{770EF6DD-D3CA-42C1-AB1A-973E281CA696}" dt="2026-03-29T13:09:31.902" v="1098" actId="20577"/>
          <ac:spMkLst>
            <pc:docMk/>
            <pc:sldMk cId="1366138777" sldId="279"/>
            <ac:spMk id="11" creationId="{D1368C37-B91C-2ED1-96A0-0AA6AF3A59DA}"/>
          </ac:spMkLst>
        </pc:spChg>
        <pc:spChg chg="mod">
          <ac:chgData name="Dianah Myra Salazar" userId="b7ad3f4b6e8cee83" providerId="LiveId" clId="{770EF6DD-D3CA-42C1-AB1A-973E281CA696}" dt="2026-03-29T13:09:25.396" v="1082" actId="20577"/>
          <ac:spMkLst>
            <pc:docMk/>
            <pc:sldMk cId="1366138777" sldId="279"/>
            <ac:spMk id="12" creationId="{390CF2D5-D58F-6EA2-F1D2-DD07460B1404}"/>
          </ac:spMkLst>
        </pc:spChg>
        <pc:picChg chg="add mod modCrop">
          <ac:chgData name="Dianah Myra Salazar" userId="b7ad3f4b6e8cee83" providerId="LiveId" clId="{770EF6DD-D3CA-42C1-AB1A-973E281CA696}" dt="2026-03-29T13:10:55.216" v="1107" actId="1076"/>
          <ac:picMkLst>
            <pc:docMk/>
            <pc:sldMk cId="1366138777" sldId="279"/>
            <ac:picMk id="2" creationId="{20261A85-13E2-C8A4-643A-0B59254F2262}"/>
          </ac:picMkLst>
        </pc:picChg>
        <pc:picChg chg="del">
          <ac:chgData name="Dianah Myra Salazar" userId="b7ad3f4b6e8cee83" providerId="LiveId" clId="{770EF6DD-D3CA-42C1-AB1A-973E281CA696}" dt="2026-03-29T13:10:11.620" v="1099" actId="478"/>
          <ac:picMkLst>
            <pc:docMk/>
            <pc:sldMk cId="1366138777" sldId="279"/>
            <ac:picMk id="6" creationId="{98704158-7E6C-D7AF-84AF-19DA1D74CEC2}"/>
          </ac:picMkLst>
        </pc:picChg>
      </pc:sldChg>
      <pc:sldChg chg="delSp modSp add mod">
        <pc:chgData name="Dianah Myra Salazar" userId="b7ad3f4b6e8cee83" providerId="LiveId" clId="{770EF6DD-D3CA-42C1-AB1A-973E281CA696}" dt="2026-03-29T13:16:38.074" v="1203" actId="14100"/>
        <pc:sldMkLst>
          <pc:docMk/>
          <pc:sldMk cId="549542852" sldId="280"/>
        </pc:sldMkLst>
        <pc:spChg chg="mod">
          <ac:chgData name="Dianah Myra Salazar" userId="b7ad3f4b6e8cee83" providerId="LiveId" clId="{770EF6DD-D3CA-42C1-AB1A-973E281CA696}" dt="2026-03-29T13:13:22.504" v="1157" actId="20577"/>
          <ac:spMkLst>
            <pc:docMk/>
            <pc:sldMk cId="549542852" sldId="280"/>
            <ac:spMk id="5" creationId="{3D2C3D10-39A1-8AC7-4E33-DB1131934A7B}"/>
          </ac:spMkLst>
        </pc:spChg>
        <pc:spChg chg="del">
          <ac:chgData name="Dianah Myra Salazar" userId="b7ad3f4b6e8cee83" providerId="LiveId" clId="{770EF6DD-D3CA-42C1-AB1A-973E281CA696}" dt="2026-03-29T13:12:42.905" v="1114" actId="478"/>
          <ac:spMkLst>
            <pc:docMk/>
            <pc:sldMk cId="549542852" sldId="280"/>
            <ac:spMk id="8" creationId="{31B7EC22-93F8-B35F-B096-770C1D612B41}"/>
          </ac:spMkLst>
        </pc:spChg>
        <pc:spChg chg="del">
          <ac:chgData name="Dianah Myra Salazar" userId="b7ad3f4b6e8cee83" providerId="LiveId" clId="{770EF6DD-D3CA-42C1-AB1A-973E281CA696}" dt="2026-03-29T13:12:45.567" v="1115" actId="478"/>
          <ac:spMkLst>
            <pc:docMk/>
            <pc:sldMk cId="549542852" sldId="280"/>
            <ac:spMk id="11" creationId="{A7A1DA4B-91F7-3EE8-5BD0-0A2E057E9411}"/>
          </ac:spMkLst>
        </pc:spChg>
        <pc:spChg chg="del">
          <ac:chgData name="Dianah Myra Salazar" userId="b7ad3f4b6e8cee83" providerId="LiveId" clId="{770EF6DD-D3CA-42C1-AB1A-973E281CA696}" dt="2026-03-29T13:12:45.567" v="1115" actId="478"/>
          <ac:spMkLst>
            <pc:docMk/>
            <pc:sldMk cId="549542852" sldId="280"/>
            <ac:spMk id="12" creationId="{D667569A-A3DC-CAF6-549A-BCA6522884AA}"/>
          </ac:spMkLst>
        </pc:spChg>
        <pc:spChg chg="mod">
          <ac:chgData name="Dianah Myra Salazar" userId="b7ad3f4b6e8cee83" providerId="LiveId" clId="{770EF6DD-D3CA-42C1-AB1A-973E281CA696}" dt="2026-03-29T13:15:53.592" v="1190" actId="14100"/>
          <ac:spMkLst>
            <pc:docMk/>
            <pc:sldMk cId="549542852" sldId="280"/>
            <ac:spMk id="16" creationId="{EC5C3981-6A72-57C3-8776-F3555AB48488}"/>
          </ac:spMkLst>
        </pc:spChg>
        <pc:spChg chg="mod">
          <ac:chgData name="Dianah Myra Salazar" userId="b7ad3f4b6e8cee83" providerId="LiveId" clId="{770EF6DD-D3CA-42C1-AB1A-973E281CA696}" dt="2026-03-29T13:15:53.592" v="1190" actId="14100"/>
          <ac:spMkLst>
            <pc:docMk/>
            <pc:sldMk cId="549542852" sldId="280"/>
            <ac:spMk id="17" creationId="{09DB3B76-8C9D-0572-FD29-B90CC6401437}"/>
          </ac:spMkLst>
        </pc:spChg>
        <pc:spChg chg="mod">
          <ac:chgData name="Dianah Myra Salazar" userId="b7ad3f4b6e8cee83" providerId="LiveId" clId="{770EF6DD-D3CA-42C1-AB1A-973E281CA696}" dt="2026-03-29T13:16:00.797" v="1191" actId="1076"/>
          <ac:spMkLst>
            <pc:docMk/>
            <pc:sldMk cId="549542852" sldId="280"/>
            <ac:spMk id="18" creationId="{AF610975-8EA7-3F8B-7E91-88063DE97BFC}"/>
          </ac:spMkLst>
        </pc:spChg>
        <pc:spChg chg="mod">
          <ac:chgData name="Dianah Myra Salazar" userId="b7ad3f4b6e8cee83" providerId="LiveId" clId="{770EF6DD-D3CA-42C1-AB1A-973E281CA696}" dt="2026-03-29T13:16:38.074" v="1203" actId="14100"/>
          <ac:spMkLst>
            <pc:docMk/>
            <pc:sldMk cId="549542852" sldId="280"/>
            <ac:spMk id="19" creationId="{C077E7DC-6743-BF19-AD52-7241D3488F7D}"/>
          </ac:spMkLst>
        </pc:spChg>
        <pc:picChg chg="mod">
          <ac:chgData name="Dianah Myra Salazar" userId="b7ad3f4b6e8cee83" providerId="LiveId" clId="{770EF6DD-D3CA-42C1-AB1A-973E281CA696}" dt="2026-03-29T13:15:44.748" v="1188" actId="14100"/>
          <ac:picMkLst>
            <pc:docMk/>
            <pc:sldMk cId="549542852" sldId="280"/>
            <ac:picMk id="2" creationId="{8A62D7FF-0DBD-537F-B93D-CF24AECD4E70}"/>
          </ac:picMkLst>
        </pc:picChg>
      </pc:sldChg>
      <pc:sldChg chg="modSp add mod ord setBg">
        <pc:chgData name="Dianah Myra Salazar" userId="b7ad3f4b6e8cee83" providerId="LiveId" clId="{770EF6DD-D3CA-42C1-AB1A-973E281CA696}" dt="2026-03-29T13:18:01.328" v="1246"/>
        <pc:sldMkLst>
          <pc:docMk/>
          <pc:sldMk cId="3044295316" sldId="281"/>
        </pc:sldMkLst>
        <pc:spChg chg="mod">
          <ac:chgData name="Dianah Myra Salazar" userId="b7ad3f4b6e8cee83" providerId="LiveId" clId="{770EF6DD-D3CA-42C1-AB1A-973E281CA696}" dt="2026-03-29T13:17:42.002" v="1211" actId="20577"/>
          <ac:spMkLst>
            <pc:docMk/>
            <pc:sldMk cId="3044295316" sldId="281"/>
            <ac:spMk id="4" creationId="{68E71BE4-392A-E74B-9CB5-FC620F64D743}"/>
          </ac:spMkLst>
        </pc:spChg>
        <pc:spChg chg="mod">
          <ac:chgData name="Dianah Myra Salazar" userId="b7ad3f4b6e8cee83" providerId="LiveId" clId="{770EF6DD-D3CA-42C1-AB1A-973E281CA696}" dt="2026-03-29T13:18:01.328" v="1246"/>
          <ac:spMkLst>
            <pc:docMk/>
            <pc:sldMk cId="3044295316" sldId="281"/>
            <ac:spMk id="5" creationId="{47D6FE38-2E8E-966E-4E3F-5E44F7D60EFD}"/>
          </ac:spMkLst>
        </pc:spChg>
      </pc:sldChg>
      <pc:sldChg chg="addSp delSp modSp add mod setBg">
        <pc:chgData name="Dianah Myra Salazar" userId="b7ad3f4b6e8cee83" providerId="LiveId" clId="{770EF6DD-D3CA-42C1-AB1A-973E281CA696}" dt="2026-03-29T13:23:51.052" v="1338" actId="255"/>
        <pc:sldMkLst>
          <pc:docMk/>
          <pc:sldMk cId="972296422" sldId="282"/>
        </pc:sldMkLst>
        <pc:spChg chg="mod">
          <ac:chgData name="Dianah Myra Salazar" userId="b7ad3f4b6e8cee83" providerId="LiveId" clId="{770EF6DD-D3CA-42C1-AB1A-973E281CA696}" dt="2026-03-29T13:18:44.078" v="1273" actId="20577"/>
          <ac:spMkLst>
            <pc:docMk/>
            <pc:sldMk cId="972296422" sldId="282"/>
            <ac:spMk id="3" creationId="{15E1B88F-9190-71B1-0424-7C947710360B}"/>
          </ac:spMkLst>
        </pc:spChg>
        <pc:spChg chg="add del mod">
          <ac:chgData name="Dianah Myra Salazar" userId="b7ad3f4b6e8cee83" providerId="LiveId" clId="{770EF6DD-D3CA-42C1-AB1A-973E281CA696}" dt="2026-03-29T13:23:30.208" v="1334" actId="14100"/>
          <ac:spMkLst>
            <pc:docMk/>
            <pc:sldMk cId="972296422" sldId="282"/>
            <ac:spMk id="4" creationId="{293919BB-D40E-B72D-2DDB-2D94439D8366}"/>
          </ac:spMkLst>
        </pc:spChg>
        <pc:spChg chg="mod">
          <ac:chgData name="Dianah Myra Salazar" userId="b7ad3f4b6e8cee83" providerId="LiveId" clId="{770EF6DD-D3CA-42C1-AB1A-973E281CA696}" dt="2026-03-29T13:19:29.998" v="1295" actId="20577"/>
          <ac:spMkLst>
            <pc:docMk/>
            <pc:sldMk cId="972296422" sldId="282"/>
            <ac:spMk id="5" creationId="{A125FE25-8FF4-A747-661D-8E6F68CD2F94}"/>
          </ac:spMkLst>
        </pc:spChg>
        <pc:spChg chg="add del mod">
          <ac:chgData name="Dianah Myra Salazar" userId="b7ad3f4b6e8cee83" providerId="LiveId" clId="{770EF6DD-D3CA-42C1-AB1A-973E281CA696}" dt="2026-03-29T13:23:19.904" v="1332" actId="14100"/>
          <ac:spMkLst>
            <pc:docMk/>
            <pc:sldMk cId="972296422" sldId="282"/>
            <ac:spMk id="6" creationId="{1D3A118E-ABA8-34FF-F2EA-9496055DA8A5}"/>
          </ac:spMkLst>
        </pc:spChg>
        <pc:spChg chg="del mod">
          <ac:chgData name="Dianah Myra Salazar" userId="b7ad3f4b6e8cee83" providerId="LiveId" clId="{770EF6DD-D3CA-42C1-AB1A-973E281CA696}" dt="2026-03-29T13:21:22.860" v="1317" actId="478"/>
          <ac:spMkLst>
            <pc:docMk/>
            <pc:sldMk cId="972296422" sldId="282"/>
            <ac:spMk id="8" creationId="{866CF62E-EEA6-908B-6FD3-D48D7980F022}"/>
          </ac:spMkLst>
        </pc:spChg>
        <pc:spChg chg="del">
          <ac:chgData name="Dianah Myra Salazar" userId="b7ad3f4b6e8cee83" providerId="LiveId" clId="{770EF6DD-D3CA-42C1-AB1A-973E281CA696}" dt="2026-03-29T13:21:24.903" v="1318" actId="478"/>
          <ac:spMkLst>
            <pc:docMk/>
            <pc:sldMk cId="972296422" sldId="282"/>
            <ac:spMk id="9" creationId="{F7C40E9F-8F8D-42F3-ADFA-5B8A52C3C854}"/>
          </ac:spMkLst>
        </pc:spChg>
        <pc:spChg chg="del mod">
          <ac:chgData name="Dianah Myra Salazar" userId="b7ad3f4b6e8cee83" providerId="LiveId" clId="{770EF6DD-D3CA-42C1-AB1A-973E281CA696}" dt="2026-03-29T13:21:22.860" v="1317" actId="478"/>
          <ac:spMkLst>
            <pc:docMk/>
            <pc:sldMk cId="972296422" sldId="282"/>
            <ac:spMk id="10" creationId="{935292B5-2511-B0EA-497B-E13AFAF7FF5C}"/>
          </ac:spMkLst>
        </pc:spChg>
        <pc:spChg chg="del mod">
          <ac:chgData name="Dianah Myra Salazar" userId="b7ad3f4b6e8cee83" providerId="LiveId" clId="{770EF6DD-D3CA-42C1-AB1A-973E281CA696}" dt="2026-03-29T13:21:22.860" v="1317" actId="478"/>
          <ac:spMkLst>
            <pc:docMk/>
            <pc:sldMk cId="972296422" sldId="282"/>
            <ac:spMk id="11" creationId="{F4B1D289-9B94-8B36-C6F5-3E5F9A9E9080}"/>
          </ac:spMkLst>
        </pc:spChg>
        <pc:spChg chg="del">
          <ac:chgData name="Dianah Myra Salazar" userId="b7ad3f4b6e8cee83" providerId="LiveId" clId="{770EF6DD-D3CA-42C1-AB1A-973E281CA696}" dt="2026-03-29T13:21:11.975" v="1310" actId="478"/>
          <ac:spMkLst>
            <pc:docMk/>
            <pc:sldMk cId="972296422" sldId="282"/>
            <ac:spMk id="12" creationId="{D5518E29-195F-45C0-4C7C-0956CB120E38}"/>
          </ac:spMkLst>
        </pc:spChg>
        <pc:spChg chg="del">
          <ac:chgData name="Dianah Myra Salazar" userId="b7ad3f4b6e8cee83" providerId="LiveId" clId="{770EF6DD-D3CA-42C1-AB1A-973E281CA696}" dt="2026-03-29T13:21:11.082" v="1309" actId="478"/>
          <ac:spMkLst>
            <pc:docMk/>
            <pc:sldMk cId="972296422" sldId="282"/>
            <ac:spMk id="13" creationId="{55D732FB-AE9A-5AEC-CBAE-C60B525DA83E}"/>
          </ac:spMkLst>
        </pc:spChg>
        <pc:spChg chg="del mod">
          <ac:chgData name="Dianah Myra Salazar" userId="b7ad3f4b6e8cee83" providerId="LiveId" clId="{770EF6DD-D3CA-42C1-AB1A-973E281CA696}" dt="2026-03-29T13:21:14.427" v="1312" actId="478"/>
          <ac:spMkLst>
            <pc:docMk/>
            <pc:sldMk cId="972296422" sldId="282"/>
            <ac:spMk id="14" creationId="{8EB3064D-45B4-9434-E2B2-805F0355E5E3}"/>
          </ac:spMkLst>
        </pc:spChg>
        <pc:spChg chg="del mod">
          <ac:chgData name="Dianah Myra Salazar" userId="b7ad3f4b6e8cee83" providerId="LiveId" clId="{770EF6DD-D3CA-42C1-AB1A-973E281CA696}" dt="2026-03-29T13:21:17.511" v="1314" actId="478"/>
          <ac:spMkLst>
            <pc:docMk/>
            <pc:sldMk cId="972296422" sldId="282"/>
            <ac:spMk id="15" creationId="{7948FB95-15FB-5305-5120-BAB7F728CFCC}"/>
          </ac:spMkLst>
        </pc:spChg>
        <pc:spChg chg="add del mod">
          <ac:chgData name="Dianah Myra Salazar" userId="b7ad3f4b6e8cee83" providerId="LiveId" clId="{770EF6DD-D3CA-42C1-AB1A-973E281CA696}" dt="2026-03-29T13:23:51.052" v="1338" actId="255"/>
          <ac:spMkLst>
            <pc:docMk/>
            <pc:sldMk cId="972296422" sldId="282"/>
            <ac:spMk id="16" creationId="{186A43F7-7DE5-B06F-D9B6-A6F9D84A4923}"/>
          </ac:spMkLst>
        </pc:spChg>
        <pc:spChg chg="add del mod">
          <ac:chgData name="Dianah Myra Salazar" userId="b7ad3f4b6e8cee83" providerId="LiveId" clId="{770EF6DD-D3CA-42C1-AB1A-973E281CA696}" dt="2026-03-29T13:22:07.512" v="1326" actId="478"/>
          <ac:spMkLst>
            <pc:docMk/>
            <pc:sldMk cId="972296422" sldId="282"/>
            <ac:spMk id="17" creationId="{BC76A8C7-CEEE-60A4-731E-241964C6B6B0}"/>
          </ac:spMkLst>
        </pc:spChg>
        <pc:picChg chg="add mod modCrop">
          <ac:chgData name="Dianah Myra Salazar" userId="b7ad3f4b6e8cee83" providerId="LiveId" clId="{770EF6DD-D3CA-42C1-AB1A-973E281CA696}" dt="2026-03-29T13:20:05.806" v="1308" actId="1076"/>
          <ac:picMkLst>
            <pc:docMk/>
            <pc:sldMk cId="972296422" sldId="282"/>
            <ac:picMk id="2" creationId="{E0082DFD-9DA7-4830-670E-B1F4CD92D0C1}"/>
          </ac:picMkLst>
        </pc:picChg>
        <pc:picChg chg="del">
          <ac:chgData name="Dianah Myra Salazar" userId="b7ad3f4b6e8cee83" providerId="LiveId" clId="{770EF6DD-D3CA-42C1-AB1A-973E281CA696}" dt="2026-03-29T13:19:34.798" v="1296" actId="478"/>
          <ac:picMkLst>
            <pc:docMk/>
            <pc:sldMk cId="972296422" sldId="282"/>
            <ac:picMk id="21" creationId="{2FDE8F47-8F48-F387-1DDF-3BBF7B0734D6}"/>
          </ac:picMkLst>
        </pc:picChg>
        <pc:picChg chg="del">
          <ac:chgData name="Dianah Myra Salazar" userId="b7ad3f4b6e8cee83" providerId="LiveId" clId="{770EF6DD-D3CA-42C1-AB1A-973E281CA696}" dt="2026-03-29T13:19:35.884" v="1297" actId="478"/>
          <ac:picMkLst>
            <pc:docMk/>
            <pc:sldMk cId="972296422" sldId="282"/>
            <ac:picMk id="24" creationId="{1728753E-C314-FE6C-8344-BDCA7BFED716}"/>
          </ac:picMkLst>
        </pc:picChg>
      </pc:sldChg>
      <pc:sldChg chg="addSp delSp modSp add mod setBg">
        <pc:chgData name="Dianah Myra Salazar" userId="b7ad3f4b6e8cee83" providerId="LiveId" clId="{770EF6DD-D3CA-42C1-AB1A-973E281CA696}" dt="2026-03-29T13:57:53.595" v="1569" actId="20577"/>
        <pc:sldMkLst>
          <pc:docMk/>
          <pc:sldMk cId="3609216664" sldId="283"/>
        </pc:sldMkLst>
        <pc:spChg chg="mod">
          <ac:chgData name="Dianah Myra Salazar" userId="b7ad3f4b6e8cee83" providerId="LiveId" clId="{770EF6DD-D3CA-42C1-AB1A-973E281CA696}" dt="2026-03-29T13:57:53.595" v="1569" actId="20577"/>
          <ac:spMkLst>
            <pc:docMk/>
            <pc:sldMk cId="3609216664" sldId="283"/>
            <ac:spMk id="3" creationId="{434F5A97-1FB1-25AB-7AA1-FCA106D9DE05}"/>
          </ac:spMkLst>
        </pc:spChg>
        <pc:spChg chg="mod">
          <ac:chgData name="Dianah Myra Salazar" userId="b7ad3f4b6e8cee83" providerId="LiveId" clId="{770EF6DD-D3CA-42C1-AB1A-973E281CA696}" dt="2026-03-29T13:35:34.493" v="1546" actId="20577"/>
          <ac:spMkLst>
            <pc:docMk/>
            <pc:sldMk cId="3609216664" sldId="283"/>
            <ac:spMk id="5" creationId="{44F7D7B6-6A5B-639D-9501-B4495732B21D}"/>
          </ac:spMkLst>
        </pc:spChg>
        <pc:spChg chg="add">
          <ac:chgData name="Dianah Myra Salazar" userId="b7ad3f4b6e8cee83" providerId="LiveId" clId="{770EF6DD-D3CA-42C1-AB1A-973E281CA696}" dt="2026-03-29T13:26:54.214" v="1367"/>
          <ac:spMkLst>
            <pc:docMk/>
            <pc:sldMk cId="3609216664" sldId="283"/>
            <ac:spMk id="6" creationId="{5AA8105B-A043-5154-7A31-232216A70A8F}"/>
          </ac:spMkLst>
        </pc:spChg>
        <pc:spChg chg="mod">
          <ac:chgData name="Dianah Myra Salazar" userId="b7ad3f4b6e8cee83" providerId="LiveId" clId="{770EF6DD-D3CA-42C1-AB1A-973E281CA696}" dt="2026-03-29T13:26:01.948" v="1362" actId="14100"/>
          <ac:spMkLst>
            <pc:docMk/>
            <pc:sldMk cId="3609216664" sldId="283"/>
            <ac:spMk id="8" creationId="{691FF34E-2F36-5136-421D-9DDACE2CBD12}"/>
          </ac:spMkLst>
        </pc:spChg>
        <pc:spChg chg="add">
          <ac:chgData name="Dianah Myra Salazar" userId="b7ad3f4b6e8cee83" providerId="LiveId" clId="{770EF6DD-D3CA-42C1-AB1A-973E281CA696}" dt="2026-03-29T13:27:00.442" v="1370"/>
          <ac:spMkLst>
            <pc:docMk/>
            <pc:sldMk cId="3609216664" sldId="283"/>
            <ac:spMk id="9" creationId="{F22717DA-C310-019E-A063-48F034442C7E}"/>
          </ac:spMkLst>
        </pc:spChg>
        <pc:spChg chg="add">
          <ac:chgData name="Dianah Myra Salazar" userId="b7ad3f4b6e8cee83" providerId="LiveId" clId="{770EF6DD-D3CA-42C1-AB1A-973E281CA696}" dt="2026-03-29T13:27:04.143" v="1372"/>
          <ac:spMkLst>
            <pc:docMk/>
            <pc:sldMk cId="3609216664" sldId="283"/>
            <ac:spMk id="10" creationId="{E63B3529-D788-BE6B-C391-829EF1516E61}"/>
          </ac:spMkLst>
        </pc:spChg>
        <pc:spChg chg="mod">
          <ac:chgData name="Dianah Myra Salazar" userId="b7ad3f4b6e8cee83" providerId="LiveId" clId="{770EF6DD-D3CA-42C1-AB1A-973E281CA696}" dt="2026-03-29T13:26:05.781" v="1363" actId="1076"/>
          <ac:spMkLst>
            <pc:docMk/>
            <pc:sldMk cId="3609216664" sldId="283"/>
            <ac:spMk id="11" creationId="{FFFDFDCF-C7E9-E3F0-F9A9-23D5ECEEBCFF}"/>
          </ac:spMkLst>
        </pc:spChg>
        <pc:spChg chg="mod">
          <ac:chgData name="Dianah Myra Salazar" userId="b7ad3f4b6e8cee83" providerId="LiveId" clId="{770EF6DD-D3CA-42C1-AB1A-973E281CA696}" dt="2026-03-29T13:28:38.114" v="1392" actId="403"/>
          <ac:spMkLst>
            <pc:docMk/>
            <pc:sldMk cId="3609216664" sldId="283"/>
            <ac:spMk id="12" creationId="{8163F06B-B3CA-1003-640A-3CC4F60462D9}"/>
          </ac:spMkLst>
        </pc:spChg>
        <pc:spChg chg="mod">
          <ac:chgData name="Dianah Myra Salazar" userId="b7ad3f4b6e8cee83" providerId="LiveId" clId="{770EF6DD-D3CA-42C1-AB1A-973E281CA696}" dt="2026-03-29T13:27:20.238" v="1377" actId="1076"/>
          <ac:spMkLst>
            <pc:docMk/>
            <pc:sldMk cId="3609216664" sldId="283"/>
            <ac:spMk id="16" creationId="{25591F2E-2B66-5476-74CD-4A5D5D73A002}"/>
          </ac:spMkLst>
        </pc:spChg>
        <pc:spChg chg="mod">
          <ac:chgData name="Dianah Myra Salazar" userId="b7ad3f4b6e8cee83" providerId="LiveId" clId="{770EF6DD-D3CA-42C1-AB1A-973E281CA696}" dt="2026-03-29T13:26:01.948" v="1362" actId="14100"/>
          <ac:spMkLst>
            <pc:docMk/>
            <pc:sldMk cId="3609216664" sldId="283"/>
            <ac:spMk id="17" creationId="{EED1EAF9-7197-07AF-636D-4D55D35E8FC4}"/>
          </ac:spMkLst>
        </pc:spChg>
        <pc:spChg chg="add del mod">
          <ac:chgData name="Dianah Myra Salazar" userId="b7ad3f4b6e8cee83" providerId="LiveId" clId="{770EF6DD-D3CA-42C1-AB1A-973E281CA696}" dt="2026-03-29T13:37:29.214" v="1567" actId="255"/>
          <ac:spMkLst>
            <pc:docMk/>
            <pc:sldMk cId="3609216664" sldId="283"/>
            <ac:spMk id="18" creationId="{134BECD9-0CD0-F1BA-ABF4-A2A1D6F85DEC}"/>
          </ac:spMkLst>
        </pc:spChg>
        <pc:spChg chg="del mod">
          <ac:chgData name="Dianah Myra Salazar" userId="b7ad3f4b6e8cee83" providerId="LiveId" clId="{770EF6DD-D3CA-42C1-AB1A-973E281CA696}" dt="2026-03-29T13:26:51.206" v="1366" actId="478"/>
          <ac:spMkLst>
            <pc:docMk/>
            <pc:sldMk cId="3609216664" sldId="283"/>
            <ac:spMk id="19" creationId="{637047D8-2A6D-2096-79D4-89819BA51E42}"/>
          </ac:spMkLst>
        </pc:spChg>
        <pc:picChg chg="del">
          <ac:chgData name="Dianah Myra Salazar" userId="b7ad3f4b6e8cee83" providerId="LiveId" clId="{770EF6DD-D3CA-42C1-AB1A-973E281CA696}" dt="2026-03-29T13:25:19.641" v="1351" actId="478"/>
          <ac:picMkLst>
            <pc:docMk/>
            <pc:sldMk cId="3609216664" sldId="283"/>
            <ac:picMk id="2" creationId="{DAB92E53-A3EA-C203-B1B7-A96F47EBBF19}"/>
          </ac:picMkLst>
        </pc:picChg>
        <pc:picChg chg="add del mod modCrop">
          <ac:chgData name="Dianah Myra Salazar" userId="b7ad3f4b6e8cee83" providerId="LiveId" clId="{770EF6DD-D3CA-42C1-AB1A-973E281CA696}" dt="2026-03-29T13:28:40.435" v="1393" actId="478"/>
          <ac:picMkLst>
            <pc:docMk/>
            <pc:sldMk cId="3609216664" sldId="283"/>
            <ac:picMk id="4" creationId="{CA7162B5-67F6-004D-F6D6-67995913C0F4}"/>
          </ac:picMkLst>
        </pc:picChg>
        <pc:picChg chg="add del mod modCrop">
          <ac:chgData name="Dianah Myra Salazar" userId="b7ad3f4b6e8cee83" providerId="LiveId" clId="{770EF6DD-D3CA-42C1-AB1A-973E281CA696}" dt="2026-03-29T13:35:44.932" v="1547" actId="478"/>
          <ac:picMkLst>
            <pc:docMk/>
            <pc:sldMk cId="3609216664" sldId="283"/>
            <ac:picMk id="13" creationId="{34179D87-E4F2-39C4-7692-2A3F2A5E19DC}"/>
          </ac:picMkLst>
        </pc:picChg>
        <pc:picChg chg="add del mod">
          <ac:chgData name="Dianah Myra Salazar" userId="b7ad3f4b6e8cee83" providerId="LiveId" clId="{770EF6DD-D3CA-42C1-AB1A-973E281CA696}" dt="2026-03-29T13:36:18.915" v="1555" actId="478"/>
          <ac:picMkLst>
            <pc:docMk/>
            <pc:sldMk cId="3609216664" sldId="283"/>
            <ac:picMk id="15" creationId="{589598E1-4382-07F9-9A90-E9029FC9BEF5}"/>
          </ac:picMkLst>
        </pc:picChg>
        <pc:picChg chg="add mod modCrop">
          <ac:chgData name="Dianah Myra Salazar" userId="b7ad3f4b6e8cee83" providerId="LiveId" clId="{770EF6DD-D3CA-42C1-AB1A-973E281CA696}" dt="2026-03-29T13:36:59.392" v="1563" actId="1076"/>
          <ac:picMkLst>
            <pc:docMk/>
            <pc:sldMk cId="3609216664" sldId="283"/>
            <ac:picMk id="20" creationId="{F1592EBA-A388-231E-D461-0DC48A69D11F}"/>
          </ac:picMkLst>
        </pc:picChg>
      </pc:sldChg>
      <pc:sldChg chg="addSp delSp modSp add mod">
        <pc:chgData name="Dianah Myra Salazar" userId="b7ad3f4b6e8cee83" providerId="LiveId" clId="{770EF6DD-D3CA-42C1-AB1A-973E281CA696}" dt="2026-03-29T13:58:01.703" v="1573" actId="20577"/>
        <pc:sldMkLst>
          <pc:docMk/>
          <pc:sldMk cId="3335667688" sldId="284"/>
        </pc:sldMkLst>
        <pc:spChg chg="mod">
          <ac:chgData name="Dianah Myra Salazar" userId="b7ad3f4b6e8cee83" providerId="LiveId" clId="{770EF6DD-D3CA-42C1-AB1A-973E281CA696}" dt="2026-03-29T13:58:01.703" v="1573" actId="20577"/>
          <ac:spMkLst>
            <pc:docMk/>
            <pc:sldMk cId="3335667688" sldId="284"/>
            <ac:spMk id="3" creationId="{612311C6-5318-8A82-9D7E-1BA6F54D02EE}"/>
          </ac:spMkLst>
        </pc:spChg>
        <pc:spChg chg="mod">
          <ac:chgData name="Dianah Myra Salazar" userId="b7ad3f4b6e8cee83" providerId="LiveId" clId="{770EF6DD-D3CA-42C1-AB1A-973E281CA696}" dt="2026-03-29T13:30:19.195" v="1409" actId="20577"/>
          <ac:spMkLst>
            <pc:docMk/>
            <pc:sldMk cId="3335667688" sldId="284"/>
            <ac:spMk id="5" creationId="{471888CE-93B4-EE5E-2991-DE22FE8FEAD8}"/>
          </ac:spMkLst>
        </pc:spChg>
        <pc:spChg chg="mod">
          <ac:chgData name="Dianah Myra Salazar" userId="b7ad3f4b6e8cee83" providerId="LiveId" clId="{770EF6DD-D3CA-42C1-AB1A-973E281CA696}" dt="2026-03-29T13:33:14.391" v="1460" actId="403"/>
          <ac:spMkLst>
            <pc:docMk/>
            <pc:sldMk cId="3335667688" sldId="284"/>
            <ac:spMk id="12" creationId="{FCAA775F-472C-C82B-03D3-DC6531B4B3F6}"/>
          </ac:spMkLst>
        </pc:spChg>
        <pc:spChg chg="mod">
          <ac:chgData name="Dianah Myra Salazar" userId="b7ad3f4b6e8cee83" providerId="LiveId" clId="{770EF6DD-D3CA-42C1-AB1A-973E281CA696}" dt="2026-03-29T13:33:21.232" v="1473" actId="14100"/>
          <ac:spMkLst>
            <pc:docMk/>
            <pc:sldMk cId="3335667688" sldId="284"/>
            <ac:spMk id="18" creationId="{B1A1B867-4363-6F20-8305-3DBC2F50EB2E}"/>
          </ac:spMkLst>
        </pc:spChg>
        <pc:picChg chg="add mod modCrop">
          <ac:chgData name="Dianah Myra Salazar" userId="b7ad3f4b6e8cee83" providerId="LiveId" clId="{770EF6DD-D3CA-42C1-AB1A-973E281CA696}" dt="2026-03-29T13:33:15.453" v="1467" actId="1076"/>
          <ac:picMkLst>
            <pc:docMk/>
            <pc:sldMk cId="3335667688" sldId="284"/>
            <ac:picMk id="2" creationId="{A48DBB0D-03CB-8857-D6BA-6B1F42DA57B5}"/>
          </ac:picMkLst>
        </pc:picChg>
        <pc:picChg chg="del">
          <ac:chgData name="Dianah Myra Salazar" userId="b7ad3f4b6e8cee83" providerId="LiveId" clId="{770EF6DD-D3CA-42C1-AB1A-973E281CA696}" dt="2026-03-29T13:30:20.661" v="1410" actId="478"/>
          <ac:picMkLst>
            <pc:docMk/>
            <pc:sldMk cId="3335667688" sldId="284"/>
            <ac:picMk id="13" creationId="{40A0DD44-56BF-66E7-B88C-866ADA47C75D}"/>
          </ac:picMkLst>
        </pc:picChg>
      </pc:sldChg>
      <pc:sldChg chg="modSp add mod">
        <pc:chgData name="Dianah Myra Salazar" userId="b7ad3f4b6e8cee83" providerId="LiveId" clId="{770EF6DD-D3CA-42C1-AB1A-973E281CA696}" dt="2026-03-29T13:57:58.014" v="1571" actId="20577"/>
        <pc:sldMkLst>
          <pc:docMk/>
          <pc:sldMk cId="3548938714" sldId="285"/>
        </pc:sldMkLst>
        <pc:spChg chg="mod">
          <ac:chgData name="Dianah Myra Salazar" userId="b7ad3f4b6e8cee83" providerId="LiveId" clId="{770EF6DD-D3CA-42C1-AB1A-973E281CA696}" dt="2026-03-29T13:57:58.014" v="1571" actId="20577"/>
          <ac:spMkLst>
            <pc:docMk/>
            <pc:sldMk cId="3548938714" sldId="285"/>
            <ac:spMk id="3" creationId="{A41C28C8-E983-3AAF-AF4D-F6F23835B66F}"/>
          </ac:spMkLst>
        </pc:spChg>
      </pc:sldChg>
      <pc:sldChg chg="addSp delSp modSp add mod">
        <pc:chgData name="Dianah Myra Salazar" userId="b7ad3f4b6e8cee83" providerId="LiveId" clId="{770EF6DD-D3CA-42C1-AB1A-973E281CA696}" dt="2026-03-29T14:08:15.388" v="1679" actId="2711"/>
        <pc:sldMkLst>
          <pc:docMk/>
          <pc:sldMk cId="151808267" sldId="286"/>
        </pc:sldMkLst>
        <pc:spChg chg="mod">
          <ac:chgData name="Dianah Myra Salazar" userId="b7ad3f4b6e8cee83" providerId="LiveId" clId="{770EF6DD-D3CA-42C1-AB1A-973E281CA696}" dt="2026-03-29T14:00:34.352" v="1646" actId="20577"/>
          <ac:spMkLst>
            <pc:docMk/>
            <pc:sldMk cId="151808267" sldId="286"/>
            <ac:spMk id="3" creationId="{0B4CDDC2-226C-F1F7-0FF8-18C6516F7BD0}"/>
          </ac:spMkLst>
        </pc:spChg>
        <pc:spChg chg="add mod">
          <ac:chgData name="Dianah Myra Salazar" userId="b7ad3f4b6e8cee83" providerId="LiveId" clId="{770EF6DD-D3CA-42C1-AB1A-973E281CA696}" dt="2026-03-29T14:00:45.707" v="1647"/>
          <ac:spMkLst>
            <pc:docMk/>
            <pc:sldMk cId="151808267" sldId="286"/>
            <ac:spMk id="4" creationId="{A78CA1F1-FC84-AAB9-04E0-4CE1303A130B}"/>
          </ac:spMkLst>
        </pc:spChg>
        <pc:spChg chg="del">
          <ac:chgData name="Dianah Myra Salazar" userId="b7ad3f4b6e8cee83" providerId="LiveId" clId="{770EF6DD-D3CA-42C1-AB1A-973E281CA696}" dt="2026-03-29T13:58:11.814" v="1576" actId="478"/>
          <ac:spMkLst>
            <pc:docMk/>
            <pc:sldMk cId="151808267" sldId="286"/>
            <ac:spMk id="5" creationId="{A420341E-EE2A-10C2-43F5-6033DDC82F6A}"/>
          </ac:spMkLst>
        </pc:spChg>
        <pc:spChg chg="add mod">
          <ac:chgData name="Dianah Myra Salazar" userId="b7ad3f4b6e8cee83" providerId="LiveId" clId="{770EF6DD-D3CA-42C1-AB1A-973E281CA696}" dt="2026-03-29T13:58:53.812" v="1580" actId="1076"/>
          <ac:spMkLst>
            <pc:docMk/>
            <pc:sldMk cId="151808267" sldId="286"/>
            <ac:spMk id="6" creationId="{4343A1B9-B2F9-6A60-71C3-2FDBDE5534EB}"/>
          </ac:spMkLst>
        </pc:spChg>
        <pc:spChg chg="mod">
          <ac:chgData name="Dianah Myra Salazar" userId="b7ad3f4b6e8cee83" providerId="LiveId" clId="{770EF6DD-D3CA-42C1-AB1A-973E281CA696}" dt="2026-03-29T13:58:40.851" v="1578" actId="14100"/>
          <ac:spMkLst>
            <pc:docMk/>
            <pc:sldMk cId="151808267" sldId="286"/>
            <ac:spMk id="8" creationId="{93CCB579-8557-6888-9FFB-4649F58BC84E}"/>
          </ac:spMkLst>
        </pc:spChg>
        <pc:spChg chg="add mod">
          <ac:chgData name="Dianah Myra Salazar" userId="b7ad3f4b6e8cee83" providerId="LiveId" clId="{770EF6DD-D3CA-42C1-AB1A-973E281CA696}" dt="2026-03-29T13:58:53.812" v="1580" actId="1076"/>
          <ac:spMkLst>
            <pc:docMk/>
            <pc:sldMk cId="151808267" sldId="286"/>
            <ac:spMk id="9" creationId="{00F1AABB-3A40-EF57-AAF6-DB22E33F1B04}"/>
          </ac:spMkLst>
        </pc:spChg>
        <pc:spChg chg="add mod">
          <ac:chgData name="Dianah Myra Salazar" userId="b7ad3f4b6e8cee83" providerId="LiveId" clId="{770EF6DD-D3CA-42C1-AB1A-973E281CA696}" dt="2026-03-29T14:08:15.388" v="1679" actId="2711"/>
          <ac:spMkLst>
            <pc:docMk/>
            <pc:sldMk cId="151808267" sldId="286"/>
            <ac:spMk id="10" creationId="{EC0BA901-BA80-D7C3-C196-C65765C67BC8}"/>
          </ac:spMkLst>
        </pc:spChg>
        <pc:spChg chg="del">
          <ac:chgData name="Dianah Myra Salazar" userId="b7ad3f4b6e8cee83" providerId="LiveId" clId="{770EF6DD-D3CA-42C1-AB1A-973E281CA696}" dt="2026-03-29T14:01:37.404" v="1656" actId="478"/>
          <ac:spMkLst>
            <pc:docMk/>
            <pc:sldMk cId="151808267" sldId="286"/>
            <ac:spMk id="11" creationId="{005B92F3-FF48-2216-6DE2-60FD724A0D25}"/>
          </ac:spMkLst>
        </pc:spChg>
        <pc:spChg chg="del">
          <ac:chgData name="Dianah Myra Salazar" userId="b7ad3f4b6e8cee83" providerId="LiveId" clId="{770EF6DD-D3CA-42C1-AB1A-973E281CA696}" dt="2026-03-29T14:01:37.404" v="1656" actId="478"/>
          <ac:spMkLst>
            <pc:docMk/>
            <pc:sldMk cId="151808267" sldId="286"/>
            <ac:spMk id="12" creationId="{AFD5BA3C-11BE-22C6-2E36-56212A7466C7}"/>
          </ac:spMkLst>
        </pc:spChg>
        <pc:spChg chg="add mod">
          <ac:chgData name="Dianah Myra Salazar" userId="b7ad3f4b6e8cee83" providerId="LiveId" clId="{770EF6DD-D3CA-42C1-AB1A-973E281CA696}" dt="2026-03-29T14:08:15.388" v="1679" actId="2711"/>
          <ac:spMkLst>
            <pc:docMk/>
            <pc:sldMk cId="151808267" sldId="286"/>
            <ac:spMk id="13" creationId="{1EB00806-1EE6-1F56-3D65-CF74746D36B5}"/>
          </ac:spMkLst>
        </pc:spChg>
        <pc:spChg chg="add mod">
          <ac:chgData name="Dianah Myra Salazar" userId="b7ad3f4b6e8cee83" providerId="LiveId" clId="{770EF6DD-D3CA-42C1-AB1A-973E281CA696}" dt="2026-03-29T14:08:15.388" v="1679" actId="2711"/>
          <ac:spMkLst>
            <pc:docMk/>
            <pc:sldMk cId="151808267" sldId="286"/>
            <ac:spMk id="14" creationId="{7E66769B-B577-7837-B445-F78EDB7A69FF}"/>
          </ac:spMkLst>
        </pc:spChg>
        <pc:spChg chg="add mod">
          <ac:chgData name="Dianah Myra Salazar" userId="b7ad3f4b6e8cee83" providerId="LiveId" clId="{770EF6DD-D3CA-42C1-AB1A-973E281CA696}" dt="2026-03-29T14:08:15.388" v="1679" actId="2711"/>
          <ac:spMkLst>
            <pc:docMk/>
            <pc:sldMk cId="151808267" sldId="286"/>
            <ac:spMk id="15" creationId="{D20C788E-3B6D-86EF-BC2A-E83D1F2FF522}"/>
          </ac:spMkLst>
        </pc:spChg>
        <pc:spChg chg="mod">
          <ac:chgData name="Dianah Myra Salazar" userId="b7ad3f4b6e8cee83" providerId="LiveId" clId="{770EF6DD-D3CA-42C1-AB1A-973E281CA696}" dt="2026-03-29T14:08:15.388" v="1679" actId="2711"/>
          <ac:spMkLst>
            <pc:docMk/>
            <pc:sldMk cId="151808267" sldId="286"/>
            <ac:spMk id="16" creationId="{8DC23776-0DF5-99B2-79B4-2CFCEA49C790}"/>
          </ac:spMkLst>
        </pc:spChg>
        <pc:spChg chg="mod">
          <ac:chgData name="Dianah Myra Salazar" userId="b7ad3f4b6e8cee83" providerId="LiveId" clId="{770EF6DD-D3CA-42C1-AB1A-973E281CA696}" dt="2026-03-29T13:58:40.851" v="1578" actId="14100"/>
          <ac:spMkLst>
            <pc:docMk/>
            <pc:sldMk cId="151808267" sldId="286"/>
            <ac:spMk id="17" creationId="{20337B6F-1755-1FC9-D3B0-E2DAF3D4D73A}"/>
          </ac:spMkLst>
        </pc:spChg>
        <pc:spChg chg="del">
          <ac:chgData name="Dianah Myra Salazar" userId="b7ad3f4b6e8cee83" providerId="LiveId" clId="{770EF6DD-D3CA-42C1-AB1A-973E281CA696}" dt="2026-03-29T14:01:33.933" v="1655" actId="478"/>
          <ac:spMkLst>
            <pc:docMk/>
            <pc:sldMk cId="151808267" sldId="286"/>
            <ac:spMk id="18" creationId="{7847CE35-0324-B543-A894-0479506C9E8C}"/>
          </ac:spMkLst>
        </pc:spChg>
        <pc:picChg chg="del">
          <ac:chgData name="Dianah Myra Salazar" userId="b7ad3f4b6e8cee83" providerId="LiveId" clId="{770EF6DD-D3CA-42C1-AB1A-973E281CA696}" dt="2026-03-29T13:58:10.027" v="1575" actId="478"/>
          <ac:picMkLst>
            <pc:docMk/>
            <pc:sldMk cId="151808267" sldId="286"/>
            <ac:picMk id="2" creationId="{89957E11-A9A4-7A1A-26A5-35CAD06D6F71}"/>
          </ac:picMkLst>
        </pc:picChg>
      </pc:sldChg>
      <pc:sldChg chg="modSp add mod">
        <pc:chgData name="Dianah Myra Salazar" userId="b7ad3f4b6e8cee83" providerId="LiveId" clId="{770EF6DD-D3CA-42C1-AB1A-973E281CA696}" dt="2026-03-29T14:09:00.387" v="1717" actId="20577"/>
        <pc:sldMkLst>
          <pc:docMk/>
          <pc:sldMk cId="85509413" sldId="287"/>
        </pc:sldMkLst>
        <pc:spChg chg="mod">
          <ac:chgData name="Dianah Myra Salazar" userId="b7ad3f4b6e8cee83" providerId="LiveId" clId="{770EF6DD-D3CA-42C1-AB1A-973E281CA696}" dt="2026-03-29T14:09:00.387" v="1717" actId="20577"/>
          <ac:spMkLst>
            <pc:docMk/>
            <pc:sldMk cId="85509413" sldId="287"/>
            <ac:spMk id="3" creationId="{D258895D-B4FC-652A-A25A-AA8F3E2BC38F}"/>
          </ac:spMkLst>
        </pc:spChg>
        <pc:spChg chg="mod">
          <ac:chgData name="Dianah Myra Salazar" userId="b7ad3f4b6e8cee83" providerId="LiveId" clId="{770EF6DD-D3CA-42C1-AB1A-973E281CA696}" dt="2026-03-29T14:08:29.867" v="1683" actId="14100"/>
          <ac:spMkLst>
            <pc:docMk/>
            <pc:sldMk cId="85509413" sldId="287"/>
            <ac:spMk id="10" creationId="{AF0C9E89-6AA5-4878-D02E-DA3BB25EF7D0}"/>
          </ac:spMkLst>
        </pc:spChg>
        <pc:spChg chg="mod">
          <ac:chgData name="Dianah Myra Salazar" userId="b7ad3f4b6e8cee83" providerId="LiveId" clId="{770EF6DD-D3CA-42C1-AB1A-973E281CA696}" dt="2026-03-29T14:08:23.401" v="1682" actId="20577"/>
          <ac:spMkLst>
            <pc:docMk/>
            <pc:sldMk cId="85509413" sldId="287"/>
            <ac:spMk id="13" creationId="{876206AA-34A2-56FB-689D-EE7CE1C27975}"/>
          </ac:spMkLst>
        </pc:spChg>
        <pc:spChg chg="mod">
          <ac:chgData name="Dianah Myra Salazar" userId="b7ad3f4b6e8cee83" providerId="LiveId" clId="{770EF6DD-D3CA-42C1-AB1A-973E281CA696}" dt="2026-03-29T14:08:34.716" v="1684" actId="20577"/>
          <ac:spMkLst>
            <pc:docMk/>
            <pc:sldMk cId="85509413" sldId="287"/>
            <ac:spMk id="14" creationId="{1617037C-40D6-8760-D0D0-178F931B414A}"/>
          </ac:spMkLst>
        </pc:spChg>
        <pc:spChg chg="mod">
          <ac:chgData name="Dianah Myra Salazar" userId="b7ad3f4b6e8cee83" providerId="LiveId" clId="{770EF6DD-D3CA-42C1-AB1A-973E281CA696}" dt="2026-03-29T14:08:41.279" v="1687" actId="1076"/>
          <ac:spMkLst>
            <pc:docMk/>
            <pc:sldMk cId="85509413" sldId="287"/>
            <ac:spMk id="15" creationId="{EF6209FC-7CCD-0EB1-4E99-874D3536C544}"/>
          </ac:spMkLst>
        </pc:spChg>
      </pc:sldChg>
      <pc:sldChg chg="addSp delSp modSp add mod">
        <pc:chgData name="Dianah Myra Salazar" userId="b7ad3f4b6e8cee83" providerId="LiveId" clId="{770EF6DD-D3CA-42C1-AB1A-973E281CA696}" dt="2026-03-29T14:12:10.703" v="1746" actId="20577"/>
        <pc:sldMkLst>
          <pc:docMk/>
          <pc:sldMk cId="3604291309" sldId="288"/>
        </pc:sldMkLst>
        <pc:spChg chg="mod">
          <ac:chgData name="Dianah Myra Salazar" userId="b7ad3f4b6e8cee83" providerId="LiveId" clId="{770EF6DD-D3CA-42C1-AB1A-973E281CA696}" dt="2026-03-29T14:12:10.703" v="1746" actId="20577"/>
          <ac:spMkLst>
            <pc:docMk/>
            <pc:sldMk cId="3604291309" sldId="288"/>
            <ac:spMk id="3" creationId="{88BD1E20-072D-70AD-0946-72674FC18DA1}"/>
          </ac:spMkLst>
        </pc:spChg>
        <pc:spChg chg="add del mod">
          <ac:chgData name="Dianah Myra Salazar" userId="b7ad3f4b6e8cee83" providerId="LiveId" clId="{770EF6DD-D3CA-42C1-AB1A-973E281CA696}" dt="2026-03-29T14:11:26.838" v="1726" actId="478"/>
          <ac:spMkLst>
            <pc:docMk/>
            <pc:sldMk cId="3604291309" sldId="288"/>
            <ac:spMk id="4" creationId="{D1FFB814-8A09-C4BB-0E22-9E424D096DE0}"/>
          </ac:spMkLst>
        </pc:spChg>
        <pc:spChg chg="mod">
          <ac:chgData name="Dianah Myra Salazar" userId="b7ad3f4b6e8cee83" providerId="LiveId" clId="{770EF6DD-D3CA-42C1-AB1A-973E281CA696}" dt="2026-03-29T14:11:23.275" v="1724" actId="14100"/>
          <ac:spMkLst>
            <pc:docMk/>
            <pc:sldMk cId="3604291309" sldId="288"/>
            <ac:spMk id="6" creationId="{98C37E9C-8445-8123-E919-33CD6E72E300}"/>
          </ac:spMkLst>
        </pc:spChg>
        <pc:spChg chg="del">
          <ac:chgData name="Dianah Myra Salazar" userId="b7ad3f4b6e8cee83" providerId="LiveId" clId="{770EF6DD-D3CA-42C1-AB1A-973E281CA696}" dt="2026-03-29T14:11:11.051" v="1720" actId="478"/>
          <ac:spMkLst>
            <pc:docMk/>
            <pc:sldMk cId="3604291309" sldId="288"/>
            <ac:spMk id="8" creationId="{20DD1733-CEF4-48C1-920C-846E62A15B9C}"/>
          </ac:spMkLst>
        </pc:spChg>
        <pc:spChg chg="del">
          <ac:chgData name="Dianah Myra Salazar" userId="b7ad3f4b6e8cee83" providerId="LiveId" clId="{770EF6DD-D3CA-42C1-AB1A-973E281CA696}" dt="2026-03-29T14:11:09.208" v="1719" actId="478"/>
          <ac:spMkLst>
            <pc:docMk/>
            <pc:sldMk cId="3604291309" sldId="288"/>
            <ac:spMk id="9" creationId="{BC6EC7DC-7006-7095-AD4A-A3AB7ABD6B79}"/>
          </ac:spMkLst>
        </pc:spChg>
        <pc:spChg chg="mod">
          <ac:chgData name="Dianah Myra Salazar" userId="b7ad3f4b6e8cee83" providerId="LiveId" clId="{770EF6DD-D3CA-42C1-AB1A-973E281CA696}" dt="2026-03-29T14:11:57.391" v="1735" actId="20577"/>
          <ac:spMkLst>
            <pc:docMk/>
            <pc:sldMk cId="3604291309" sldId="288"/>
            <ac:spMk id="10" creationId="{7448474A-FFAE-0D80-4007-30A71F59CBE4}"/>
          </ac:spMkLst>
        </pc:spChg>
        <pc:spChg chg="del mod">
          <ac:chgData name="Dianah Myra Salazar" userId="b7ad3f4b6e8cee83" providerId="LiveId" clId="{770EF6DD-D3CA-42C1-AB1A-973E281CA696}" dt="2026-03-29T14:11:32.200" v="1727" actId="478"/>
          <ac:spMkLst>
            <pc:docMk/>
            <pc:sldMk cId="3604291309" sldId="288"/>
            <ac:spMk id="13" creationId="{475AAAF3-83FC-DF30-4D66-163569D92B77}"/>
          </ac:spMkLst>
        </pc:spChg>
        <pc:spChg chg="del">
          <ac:chgData name="Dianah Myra Salazar" userId="b7ad3f4b6e8cee83" providerId="LiveId" clId="{770EF6DD-D3CA-42C1-AB1A-973E281CA696}" dt="2026-03-29T14:11:12.957" v="1721" actId="478"/>
          <ac:spMkLst>
            <pc:docMk/>
            <pc:sldMk cId="3604291309" sldId="288"/>
            <ac:spMk id="14" creationId="{BC986C7A-D5C5-781D-4525-A8EE3943871B}"/>
          </ac:spMkLst>
        </pc:spChg>
        <pc:spChg chg="del">
          <ac:chgData name="Dianah Myra Salazar" userId="b7ad3f4b6e8cee83" providerId="LiveId" clId="{770EF6DD-D3CA-42C1-AB1A-973E281CA696}" dt="2026-03-29T14:11:12.957" v="1721" actId="478"/>
          <ac:spMkLst>
            <pc:docMk/>
            <pc:sldMk cId="3604291309" sldId="288"/>
            <ac:spMk id="15" creationId="{B39ECFA1-B29A-ADDF-C1BE-86ED64C9CFC7}"/>
          </ac:spMkLst>
        </pc:spChg>
        <pc:spChg chg="del">
          <ac:chgData name="Dianah Myra Salazar" userId="b7ad3f4b6e8cee83" providerId="LiveId" clId="{770EF6DD-D3CA-42C1-AB1A-973E281CA696}" dt="2026-03-29T14:11:14.862" v="1722" actId="478"/>
          <ac:spMkLst>
            <pc:docMk/>
            <pc:sldMk cId="3604291309" sldId="288"/>
            <ac:spMk id="16" creationId="{173A28ED-37C5-8917-320D-2CD4F4ECFB64}"/>
          </ac:spMkLst>
        </pc:spChg>
        <pc:spChg chg="del">
          <ac:chgData name="Dianah Myra Salazar" userId="b7ad3f4b6e8cee83" providerId="LiveId" clId="{770EF6DD-D3CA-42C1-AB1A-973E281CA696}" dt="2026-03-29T14:11:17.003" v="1723" actId="478"/>
          <ac:spMkLst>
            <pc:docMk/>
            <pc:sldMk cId="3604291309" sldId="288"/>
            <ac:spMk id="17" creationId="{954EAF1B-347E-FDB3-6819-BC2F125689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466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0E4C7-148F-F72B-E4EE-03CB1A4B45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3FBC3-ADCC-9E0C-C88F-7EBDAF5FE1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C89F1-D23F-D567-0278-32A1382682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9C78C-D154-2000-E2F4-826874D0DD4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362798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D2046-D83A-7126-B914-B46324744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17F5B-F5BA-83F8-B9ED-632E23228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BB66C-7F03-27E5-C399-1EF55BCFA2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224629-0F6C-09EA-EDCB-9238F18FC84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864247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2ECD9-850D-0C7B-DFC6-F5311BB29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0F0D7-EF85-9469-4DAF-1C357AE74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E56C1-895A-93A8-51FB-A5DBDA1D14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460383-5BC4-5D74-B48B-F7BE99704E2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52506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7BA9B-AAE5-F3CE-5716-0EE46E8C4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D74B8-A009-66A7-2CFD-BAF5BB483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73ACE-96BA-CB3E-F7F8-B907054CF0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18391E-50ED-01C1-A886-3C7A4BB233C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928302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9A1D7-33F9-FDF1-CDD7-423D1518C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856DC-3D3F-ED47-0C8F-E90D2A8044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0A91A1-0627-9D17-CB1C-BBCFCB0B20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0D7C37-20F1-25D7-78DB-6F136BD0FCB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09176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2C7B3-3386-9CDA-FFD7-82E8785CE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6E7B0-4277-6DB2-9837-0E4266595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AF2C69-4112-A38C-0E7E-6F20EFF8F5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14FC96-F5CC-23A8-9953-7762C7CC2C2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329270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9DF61-8098-2B87-A350-B83E4BED9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7C380-D90A-DB3F-95C2-B1A99CEAD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63E5B-94B5-00E5-405C-43C2F5CD19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F7A884-38CC-0642-D7EA-A48DFDEF355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03898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11404-0693-777B-491D-8200E0947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59E83-2627-F504-DEAD-AB4433732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EE21F-395B-6EA2-60A8-C4A6CEE6D3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3BD01D-AFC1-5CC8-6275-E54079C71AD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178034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8DA59-4CE5-549D-0483-F1D0D80E3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AEB58-BA37-F4E5-A432-C3ACEF8FC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7B8611-A03D-E7FD-B33B-D38722DB93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22D41D-2F3D-1A08-4654-6492DE78CAE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576484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17825-BC1F-28AD-D147-476C1190E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433DD-45CE-6C17-7621-EFAA93D44C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DD5D6-EB6E-E2FB-D1F6-606D81E6B7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2BB6DD-D1FD-88D5-41D8-4C912AEB2CE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875404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66CE1-2A71-5ADA-03E3-D3BA6C39B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09DC4-A550-E09F-0BC7-6C04E9160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BAF40-2969-CD8F-1052-1523F73A31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3E1BBC-0994-FD49-82E9-5FB6B405062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50970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0D7B4-5A7F-EB1D-84F7-140045B34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C117D-D024-3A5C-4648-202D71AC7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95A1B9-1DCD-7E50-EB2F-9BF913A877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767EFC-FD18-70C8-4201-E283E8F7758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3307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2B4FF-6956-30DD-3D89-AC724EA278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BD247-2F39-9157-5A36-3872B8AB31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BE637F-66F5-4F2F-E89F-7B72D8B800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2DF3BF-CDC8-F7FA-9C60-3543990A4864}"/>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299094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18" name="Shape 0">
            <a:extLst>
              <a:ext uri="{FF2B5EF4-FFF2-40B4-BE49-F238E27FC236}">
                <a16:creationId xmlns:a16="http://schemas.microsoft.com/office/drawing/2014/main" id="{FD233811-6DB4-466A-931F-3BCFCC907543}"/>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a:p>
        </p:txBody>
      </p:sp>
      <p:sp>
        <p:nvSpPr>
          <p:cNvPr id="2" name="Shape 0"/>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548640" y="1280160"/>
            <a:ext cx="8229600" cy="822960"/>
          </a:xfrm>
          <a:prstGeom prst="rect">
            <a:avLst/>
          </a:prstGeom>
          <a:noFill/>
          <a:ln/>
        </p:spPr>
        <p:txBody>
          <a:bodyPr wrap="square" rtlCol="0" anchor="ctr"/>
          <a:lstStyle/>
          <a:p>
            <a:pPr marL="0" indent="0">
              <a:buNone/>
            </a:pPr>
            <a:r>
              <a:rPr lang="en-US" sz="4400" b="1" dirty="0">
                <a:latin typeface="Book Antiqua" panose="02040602050305030304" pitchFamily="18" charset="0"/>
                <a:ea typeface="Calibri" pitchFamily="34" charset="-122"/>
                <a:cs typeface="Calibri" pitchFamily="34" charset="-120"/>
              </a:rPr>
              <a:t>Laboratory Work 4</a:t>
            </a:r>
            <a:endParaRPr lang="en-US" sz="4400" dirty="0">
              <a:latin typeface="Book Antiqua" panose="02040602050305030304" pitchFamily="18" charset="0"/>
            </a:endParaRPr>
          </a:p>
        </p:txBody>
      </p:sp>
      <p:sp>
        <p:nvSpPr>
          <p:cNvPr id="3" name="Text 1"/>
          <p:cNvSpPr/>
          <p:nvPr/>
        </p:nvSpPr>
        <p:spPr>
          <a:xfrm>
            <a:off x="146957" y="91440"/>
            <a:ext cx="8356963" cy="382089"/>
          </a:xfrm>
          <a:prstGeom prst="rect">
            <a:avLst/>
          </a:prstGeom>
          <a:noFill/>
          <a:ln/>
        </p:spPr>
        <p:txBody>
          <a:bodyPr wrap="square"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IS 107 – Business Intelligence</a:t>
            </a:r>
            <a:endParaRPr lang="en-US" sz="1600" dirty="0">
              <a:solidFill>
                <a:schemeClr val="bg1"/>
              </a:solidFill>
            </a:endParaRPr>
          </a:p>
        </p:txBody>
      </p:sp>
      <p:sp>
        <p:nvSpPr>
          <p:cNvPr id="5" name="Text 3"/>
          <p:cNvSpPr/>
          <p:nvPr/>
        </p:nvSpPr>
        <p:spPr>
          <a:xfrm>
            <a:off x="548640" y="2148840"/>
            <a:ext cx="8229600" cy="548640"/>
          </a:xfrm>
          <a:prstGeom prst="rect">
            <a:avLst/>
          </a:prstGeom>
          <a:noFill/>
          <a:ln/>
        </p:spPr>
        <p:txBody>
          <a:bodyPr wrap="square" rtlCol="0" anchor="ctr"/>
          <a:lstStyle/>
          <a:p>
            <a:pPr marL="0" indent="0">
              <a:buNone/>
            </a:pPr>
            <a:r>
              <a:rPr lang="en-US" sz="2200" dirty="0">
                <a:latin typeface="Bodoni MT" panose="02070603080606020203" pitchFamily="18" charset="0"/>
                <a:ea typeface="Calibri" pitchFamily="34" charset="-122"/>
                <a:cs typeface="Calibri" pitchFamily="34" charset="-120"/>
              </a:rPr>
              <a:t>Forecasting Time-Series Data in Power BI</a:t>
            </a:r>
            <a:endParaRPr lang="en-US" sz="2200" dirty="0">
              <a:latin typeface="Bodoni MT" panose="02070603080606020203" pitchFamily="18" charset="0"/>
            </a:endParaRPr>
          </a:p>
        </p:txBody>
      </p:sp>
      <p:sp>
        <p:nvSpPr>
          <p:cNvPr id="6" name="Shape 4"/>
          <p:cNvSpPr/>
          <p:nvPr/>
        </p:nvSpPr>
        <p:spPr>
          <a:xfrm>
            <a:off x="671105" y="2834640"/>
            <a:ext cx="5525588" cy="45720"/>
          </a:xfrm>
          <a:prstGeom prst="rect">
            <a:avLst/>
          </a:prstGeom>
          <a:solidFill>
            <a:srgbClr val="00A896"/>
          </a:solidFill>
          <a:ln w="12700">
            <a:solidFill>
              <a:srgbClr val="00A896"/>
            </a:solidFill>
            <a:prstDash val="solid"/>
          </a:ln>
        </p:spPr>
        <p:txBody>
          <a:bodyPr/>
          <a:lstStyle/>
          <a:p>
            <a:endParaRPr lang="en-US"/>
          </a:p>
        </p:txBody>
      </p:sp>
      <p:sp>
        <p:nvSpPr>
          <p:cNvPr id="7" name="Text 5"/>
          <p:cNvSpPr/>
          <p:nvPr/>
        </p:nvSpPr>
        <p:spPr>
          <a:xfrm>
            <a:off x="548640" y="3017520"/>
            <a:ext cx="8229600" cy="320040"/>
          </a:xfrm>
          <a:prstGeom prst="rect">
            <a:avLst/>
          </a:prstGeom>
          <a:noFill/>
          <a:ln/>
        </p:spPr>
        <p:txBody>
          <a:bodyPr wrap="square" rtlCol="0" anchor="ctr"/>
          <a:lstStyle/>
          <a:p>
            <a:pPr marL="0" indent="0">
              <a:buNone/>
            </a:pPr>
            <a:r>
              <a:rPr lang="en-US" sz="1500" dirty="0">
                <a:latin typeface="Bodoni MT" panose="02070603080606020203" pitchFamily="18" charset="0"/>
                <a:ea typeface="Calibri" pitchFamily="34" charset="-122"/>
                <a:cs typeface="Calibri" pitchFamily="34" charset="-120"/>
              </a:rPr>
              <a:t>Edmundo C. </a:t>
            </a:r>
            <a:r>
              <a:rPr lang="en-US" sz="1500" dirty="0" err="1">
                <a:latin typeface="Bodoni MT" panose="02070603080606020203" pitchFamily="18" charset="0"/>
                <a:ea typeface="Calibri" pitchFamily="34" charset="-122"/>
                <a:cs typeface="Calibri" pitchFamily="34" charset="-120"/>
              </a:rPr>
              <a:t>Ederio</a:t>
            </a:r>
            <a:r>
              <a:rPr lang="en-US" sz="1500" dirty="0">
                <a:latin typeface="Bodoni MT" panose="02070603080606020203" pitchFamily="18" charset="0"/>
                <a:ea typeface="Calibri" pitchFamily="34" charset="-122"/>
                <a:cs typeface="Calibri" pitchFamily="34" charset="-120"/>
              </a:rPr>
              <a:t> Jr.</a:t>
            </a:r>
            <a:endParaRPr lang="en-US" sz="1500" dirty="0">
              <a:latin typeface="Bodoni MT" panose="02070603080606020203" pitchFamily="18" charset="0"/>
            </a:endParaRPr>
          </a:p>
        </p:txBody>
      </p:sp>
      <p:sp>
        <p:nvSpPr>
          <p:cNvPr id="8" name="Text 6"/>
          <p:cNvSpPr/>
          <p:nvPr/>
        </p:nvSpPr>
        <p:spPr>
          <a:xfrm>
            <a:off x="548640" y="3337560"/>
            <a:ext cx="8229600" cy="274320"/>
          </a:xfrm>
          <a:prstGeom prst="rect">
            <a:avLst/>
          </a:prstGeom>
          <a:noFill/>
          <a:ln/>
        </p:spPr>
        <p:txBody>
          <a:bodyPr wrap="square" rtlCol="0" anchor="ctr"/>
          <a:lstStyle/>
          <a:p>
            <a:pPr marL="0" indent="0">
              <a:buNone/>
            </a:pPr>
            <a:r>
              <a:rPr lang="en-US" sz="1300" dirty="0">
                <a:latin typeface="Bodoni MT" panose="02070603080606020203" pitchFamily="18" charset="0"/>
                <a:ea typeface="Calibri" pitchFamily="34" charset="-122"/>
                <a:cs typeface="Calibri" pitchFamily="34" charset="-120"/>
              </a:rPr>
              <a:t>Instructor: Joseph A. Vistal</a:t>
            </a:r>
            <a:endParaRPr lang="en-US" sz="1300" dirty="0">
              <a:latin typeface="Bodoni MT" panose="02070603080606020203" pitchFamily="18" charset="0"/>
            </a:endParaRPr>
          </a:p>
        </p:txBody>
      </p:sp>
      <p:sp>
        <p:nvSpPr>
          <p:cNvPr id="11" name="Text 9"/>
          <p:cNvSpPr/>
          <p:nvPr/>
        </p:nvSpPr>
        <p:spPr>
          <a:xfrm>
            <a:off x="5029200" y="4480560"/>
            <a:ext cx="9144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Forecasting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w="12700">
            <a:solidFill>
              <a:srgbClr val="0D1B2A"/>
            </a:solidFill>
            <a:prstDash val="solid"/>
          </a:ln>
        </p:spPr>
        <p:txBody>
          <a:bodyPr/>
          <a:lstStyle/>
          <a:p>
            <a:endParaRPr lang="en-US"/>
          </a:p>
        </p:txBody>
      </p:sp>
      <p:sp>
        <p:nvSpPr>
          <p:cNvPr id="3" name="Shape 1"/>
          <p:cNvSpPr/>
          <p:nvPr/>
        </p:nvSpPr>
        <p:spPr>
          <a:xfrm>
            <a:off x="0" y="2764754"/>
            <a:ext cx="9144000" cy="54864"/>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914400" y="1392500"/>
            <a:ext cx="7315200" cy="731520"/>
          </a:xfrm>
          <a:prstGeom prst="rect">
            <a:avLst/>
          </a:prstGeom>
          <a:noFill/>
          <a:ln/>
        </p:spPr>
        <p:txBody>
          <a:bodyPr wrap="square" rtlCol="0" anchor="ctr"/>
          <a:lstStyle/>
          <a:p>
            <a:pPr marL="0" indent="0" algn="ctr">
              <a:buNone/>
            </a:pPr>
            <a:r>
              <a:rPr lang="en-US" sz="4800" b="1" kern="0" spc="800" dirty="0">
                <a:latin typeface="Calibri" pitchFamily="34" charset="0"/>
                <a:ea typeface="Calibri" pitchFamily="34" charset="-122"/>
                <a:cs typeface="Calibri" pitchFamily="34" charset="-120"/>
              </a:rPr>
              <a:t>P A R T  1</a:t>
            </a:r>
            <a:endParaRPr lang="en-US" sz="4800" dirty="0"/>
          </a:p>
        </p:txBody>
      </p:sp>
      <p:sp>
        <p:nvSpPr>
          <p:cNvPr id="5" name="Text 3"/>
          <p:cNvSpPr/>
          <p:nvPr/>
        </p:nvSpPr>
        <p:spPr>
          <a:xfrm>
            <a:off x="914400" y="2194560"/>
            <a:ext cx="7315200" cy="502920"/>
          </a:xfrm>
          <a:prstGeom prst="rect">
            <a:avLst/>
          </a:prstGeom>
          <a:noFill/>
          <a:ln/>
        </p:spPr>
        <p:txBody>
          <a:bodyPr wrap="square" rtlCol="0" anchor="ctr"/>
          <a:lstStyle/>
          <a:p>
            <a:pPr marL="0" indent="0" algn="ctr">
              <a:buNone/>
            </a:pPr>
            <a:r>
              <a:rPr lang="en-US" sz="2400" dirty="0">
                <a:solidFill>
                  <a:schemeClr val="accent6">
                    <a:lumMod val="50000"/>
                  </a:schemeClr>
                </a:solidFill>
                <a:latin typeface="Calibri" pitchFamily="34" charset="0"/>
                <a:ea typeface="Calibri" pitchFamily="34" charset="-122"/>
                <a:cs typeface="Calibri" pitchFamily="34" charset="-120"/>
              </a:rPr>
              <a:t>Tourism Data Forecast</a:t>
            </a:r>
            <a:endParaRPr lang="en-US" sz="2400" dirty="0">
              <a:solidFill>
                <a:schemeClr val="accent6">
                  <a:lumMod val="50000"/>
                </a:schemeClr>
              </a:solidFill>
            </a:endParaRPr>
          </a:p>
        </p:txBody>
      </p:sp>
      <p:sp>
        <p:nvSpPr>
          <p:cNvPr id="7" name="Shape 0">
            <a:extLst>
              <a:ext uri="{FF2B5EF4-FFF2-40B4-BE49-F238E27FC236}">
                <a16:creationId xmlns:a16="http://schemas.microsoft.com/office/drawing/2014/main" id="{31129204-D509-A67A-C267-D5A1DCDFE4B9}"/>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a:p>
        </p:txBody>
      </p:sp>
      <p:sp>
        <p:nvSpPr>
          <p:cNvPr id="8" name="Shape 0">
            <a:extLst>
              <a:ext uri="{FF2B5EF4-FFF2-40B4-BE49-F238E27FC236}">
                <a16:creationId xmlns:a16="http://schemas.microsoft.com/office/drawing/2014/main" id="{79109D5E-C260-B6FD-6993-7C2C10F41316}"/>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9" name="Text 1">
            <a:extLst>
              <a:ext uri="{FF2B5EF4-FFF2-40B4-BE49-F238E27FC236}">
                <a16:creationId xmlns:a16="http://schemas.microsoft.com/office/drawing/2014/main" id="{8242BC65-17C2-5457-64BD-934DCFAB9D60}"/>
              </a:ext>
            </a:extLst>
          </p:cNvPr>
          <p:cNvSpPr/>
          <p:nvPr/>
        </p:nvSpPr>
        <p:spPr>
          <a:xfrm>
            <a:off x="146957" y="91440"/>
            <a:ext cx="8356963" cy="382089"/>
          </a:xfrm>
          <a:prstGeom prst="rect">
            <a:avLst/>
          </a:prstGeom>
          <a:noFill/>
          <a:ln/>
        </p:spPr>
        <p:txBody>
          <a:bodyPr wrap="square"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IS 107 – Business Intelligence</a:t>
            </a:r>
            <a:endParaRPr lang="en-US" sz="16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A24B87E6-4438-E2DF-A6B8-C571AE8244DE}"/>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7890255A-EA51-B58B-294D-F6745267D97F}"/>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3" name="Text 1">
            <a:extLst>
              <a:ext uri="{FF2B5EF4-FFF2-40B4-BE49-F238E27FC236}">
                <a16:creationId xmlns:a16="http://schemas.microsoft.com/office/drawing/2014/main" id="{DFEC5E11-9E80-F075-39B6-B24B4BB386CD}"/>
              </a:ext>
            </a:extLst>
          </p:cNvPr>
          <p:cNvSpPr/>
          <p:nvPr/>
        </p:nvSpPr>
        <p:spPr>
          <a:xfrm>
            <a:off x="290648" y="144672"/>
            <a:ext cx="8229600" cy="201168"/>
          </a:xfrm>
          <a:prstGeom prst="rect">
            <a:avLst/>
          </a:prstGeom>
          <a:noFill/>
          <a:ln/>
        </p:spPr>
        <p:txBody>
          <a:bodyPr wrap="square" rtlCol="0" anchor="ctr"/>
          <a:lstStyle/>
          <a:p>
            <a:pPr marL="0" indent="0">
              <a:buNone/>
            </a:pPr>
            <a:r>
              <a:rPr lang="en-US" sz="2000" b="1" dirty="0">
                <a:latin typeface="Bodoni MT" panose="02070603080606020203" pitchFamily="18" charset="0"/>
                <a:ea typeface="Calibri" pitchFamily="34" charset="-122"/>
                <a:cs typeface="Calibri" pitchFamily="34" charset="-120"/>
              </a:rPr>
              <a:t>Part 1 – Import |  Lab 4</a:t>
            </a:r>
            <a:endParaRPr lang="en-US" sz="2000" dirty="0">
              <a:latin typeface="Bodoni MT" panose="02070603080606020203" pitchFamily="18" charset="0"/>
            </a:endParaRPr>
          </a:p>
        </p:txBody>
      </p:sp>
      <p:sp>
        <p:nvSpPr>
          <p:cNvPr id="5" name="Text 3">
            <a:extLst>
              <a:ext uri="{FF2B5EF4-FFF2-40B4-BE49-F238E27FC236}">
                <a16:creationId xmlns:a16="http://schemas.microsoft.com/office/drawing/2014/main" id="{4C23BAA7-5351-8A3F-7425-015B9AE7D725}"/>
              </a:ext>
            </a:extLst>
          </p:cNvPr>
          <p:cNvSpPr/>
          <p:nvPr/>
        </p:nvSpPr>
        <p:spPr>
          <a:xfrm>
            <a:off x="365760" y="640080"/>
            <a:ext cx="8412480" cy="502920"/>
          </a:xfrm>
          <a:prstGeom prst="rect">
            <a:avLst/>
          </a:prstGeom>
          <a:noFill/>
          <a:ln/>
        </p:spPr>
        <p:txBody>
          <a:bodyPr wrap="square" rtlCol="0" anchor="ctr"/>
          <a:lstStyle/>
          <a:p>
            <a:pPr marL="0" indent="0">
              <a:buNone/>
            </a:pPr>
            <a:r>
              <a:rPr lang="en-US" sz="2600" b="1" dirty="0">
                <a:solidFill>
                  <a:srgbClr val="1B2A3E"/>
                </a:solidFill>
                <a:latin typeface="Book Antiqua" panose="02040602050305030304" pitchFamily="18" charset="0"/>
                <a:ea typeface="Calibri" pitchFamily="34" charset="-122"/>
                <a:cs typeface="Calibri" pitchFamily="34" charset="-120"/>
              </a:rPr>
              <a:t>Import Data</a:t>
            </a:r>
            <a:endParaRPr lang="en-US" sz="2600" dirty="0">
              <a:latin typeface="Book Antiqua" panose="02040602050305030304" pitchFamily="18" charset="0"/>
            </a:endParaRPr>
          </a:p>
        </p:txBody>
      </p:sp>
      <p:sp>
        <p:nvSpPr>
          <p:cNvPr id="8" name="Shape 5">
            <a:extLst>
              <a:ext uri="{FF2B5EF4-FFF2-40B4-BE49-F238E27FC236}">
                <a16:creationId xmlns:a16="http://schemas.microsoft.com/office/drawing/2014/main" id="{5275CE2D-5B99-A107-D836-324DA43457AE}"/>
              </a:ext>
            </a:extLst>
          </p:cNvPr>
          <p:cNvSpPr/>
          <p:nvPr/>
        </p:nvSpPr>
        <p:spPr>
          <a:xfrm>
            <a:off x="465363" y="3919836"/>
            <a:ext cx="3982931" cy="1005840"/>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9" name="Shape 6">
            <a:extLst>
              <a:ext uri="{FF2B5EF4-FFF2-40B4-BE49-F238E27FC236}">
                <a16:creationId xmlns:a16="http://schemas.microsoft.com/office/drawing/2014/main" id="{2EF249FD-1DE1-DAE9-8C2F-65A20A411315}"/>
              </a:ext>
            </a:extLst>
          </p:cNvPr>
          <p:cNvSpPr/>
          <p:nvPr/>
        </p:nvSpPr>
        <p:spPr>
          <a:xfrm>
            <a:off x="465364" y="3919836"/>
            <a:ext cx="64688" cy="1005840"/>
          </a:xfrm>
          <a:prstGeom prst="rect">
            <a:avLst/>
          </a:prstGeom>
          <a:solidFill>
            <a:srgbClr val="2E75B6"/>
          </a:solidFill>
          <a:ln w="12700">
            <a:solidFill>
              <a:srgbClr val="2E75B6"/>
            </a:solidFill>
            <a:prstDash val="solid"/>
          </a:ln>
        </p:spPr>
        <p:txBody>
          <a:bodyPr/>
          <a:lstStyle/>
          <a:p>
            <a:endParaRPr lang="en-US"/>
          </a:p>
        </p:txBody>
      </p:sp>
      <p:sp>
        <p:nvSpPr>
          <p:cNvPr id="10" name="Text 7">
            <a:extLst>
              <a:ext uri="{FF2B5EF4-FFF2-40B4-BE49-F238E27FC236}">
                <a16:creationId xmlns:a16="http://schemas.microsoft.com/office/drawing/2014/main" id="{5EA5EA47-E1A5-54FD-F46C-4C886B26B6E6}"/>
              </a:ext>
            </a:extLst>
          </p:cNvPr>
          <p:cNvSpPr/>
          <p:nvPr/>
        </p:nvSpPr>
        <p:spPr>
          <a:xfrm>
            <a:off x="602524" y="3992988"/>
            <a:ext cx="3665674" cy="274320"/>
          </a:xfrm>
          <a:prstGeom prst="rect">
            <a:avLst/>
          </a:prstGeom>
          <a:noFill/>
          <a:ln/>
        </p:spPr>
        <p:txBody>
          <a:bodyPr wrap="square" rtlCol="0" anchor="ctr"/>
          <a:lstStyle/>
          <a:p>
            <a:pPr marL="0" indent="0">
              <a:buNone/>
            </a:pPr>
            <a:r>
              <a:rPr lang="en-US" sz="1400" b="1" dirty="0">
                <a:solidFill>
                  <a:srgbClr val="1B2A3E"/>
                </a:solidFill>
                <a:latin typeface="Book Antiqua" panose="02040602050305030304" pitchFamily="18" charset="0"/>
                <a:ea typeface="Calibri" pitchFamily="34" charset="-122"/>
                <a:cs typeface="Calibri" pitchFamily="34" charset="-120"/>
              </a:rPr>
              <a:t>Step 1 – Download Dataset</a:t>
            </a:r>
            <a:endParaRPr lang="en-US" sz="1400" dirty="0">
              <a:latin typeface="Book Antiqua" panose="02040602050305030304" pitchFamily="18" charset="0"/>
            </a:endParaRPr>
          </a:p>
        </p:txBody>
      </p:sp>
      <p:sp>
        <p:nvSpPr>
          <p:cNvPr id="11" name="Text 8">
            <a:extLst>
              <a:ext uri="{FF2B5EF4-FFF2-40B4-BE49-F238E27FC236}">
                <a16:creationId xmlns:a16="http://schemas.microsoft.com/office/drawing/2014/main" id="{BCCE0409-F5C6-FF4D-747A-038F099810B3}"/>
              </a:ext>
            </a:extLst>
          </p:cNvPr>
          <p:cNvSpPr/>
          <p:nvPr/>
        </p:nvSpPr>
        <p:spPr>
          <a:xfrm>
            <a:off x="602523" y="4303884"/>
            <a:ext cx="3611767" cy="548640"/>
          </a:xfrm>
          <a:prstGeom prst="rect">
            <a:avLst/>
          </a:prstGeom>
          <a:noFill/>
          <a:ln/>
        </p:spPr>
        <p:txBody>
          <a:bodyPr wrap="square" rtlCol="0" anchor="t"/>
          <a:lstStyle/>
          <a:p>
            <a:pPr marL="0" indent="0">
              <a:buNone/>
            </a:pPr>
            <a:r>
              <a:rPr lang="en-US" sz="1200" dirty="0">
                <a:solidFill>
                  <a:srgbClr val="334455"/>
                </a:solidFill>
                <a:latin typeface="Book Antiqua" panose="02040602050305030304" pitchFamily="18" charset="0"/>
                <a:ea typeface="Calibri" pitchFamily="34" charset="-122"/>
                <a:cs typeface="Calibri" pitchFamily="34" charset="-120"/>
              </a:rPr>
              <a:t>Go to the GitHub link and save tourism-data.csv to your computer.</a:t>
            </a:r>
            <a:endParaRPr lang="en-US" sz="1200" dirty="0">
              <a:latin typeface="Book Antiqua" panose="02040602050305030304" pitchFamily="18" charset="0"/>
            </a:endParaRPr>
          </a:p>
        </p:txBody>
      </p:sp>
      <p:sp>
        <p:nvSpPr>
          <p:cNvPr id="12" name="Shape 9">
            <a:extLst>
              <a:ext uri="{FF2B5EF4-FFF2-40B4-BE49-F238E27FC236}">
                <a16:creationId xmlns:a16="http://schemas.microsoft.com/office/drawing/2014/main" id="{FC824EC4-BD16-A0D4-B4BE-6ED89E65E370}"/>
              </a:ext>
            </a:extLst>
          </p:cNvPr>
          <p:cNvSpPr/>
          <p:nvPr/>
        </p:nvSpPr>
        <p:spPr>
          <a:xfrm>
            <a:off x="4609053" y="3919836"/>
            <a:ext cx="4290018" cy="1005840"/>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3" name="Shape 10">
            <a:extLst>
              <a:ext uri="{FF2B5EF4-FFF2-40B4-BE49-F238E27FC236}">
                <a16:creationId xmlns:a16="http://schemas.microsoft.com/office/drawing/2014/main" id="{78C73A27-3585-EDFE-5F9C-67F4F40B6014}"/>
              </a:ext>
            </a:extLst>
          </p:cNvPr>
          <p:cNvSpPr/>
          <p:nvPr/>
        </p:nvSpPr>
        <p:spPr>
          <a:xfrm>
            <a:off x="4609053" y="3919836"/>
            <a:ext cx="71500" cy="1005840"/>
          </a:xfrm>
          <a:prstGeom prst="rect">
            <a:avLst/>
          </a:prstGeom>
          <a:solidFill>
            <a:srgbClr val="2E75B6"/>
          </a:solidFill>
          <a:ln w="12700">
            <a:solidFill>
              <a:srgbClr val="2E75B6"/>
            </a:solidFill>
            <a:prstDash val="solid"/>
          </a:ln>
        </p:spPr>
        <p:txBody>
          <a:bodyPr/>
          <a:lstStyle/>
          <a:p>
            <a:endParaRPr lang="en-US"/>
          </a:p>
        </p:txBody>
      </p:sp>
      <p:sp>
        <p:nvSpPr>
          <p:cNvPr id="14" name="Text 11">
            <a:extLst>
              <a:ext uri="{FF2B5EF4-FFF2-40B4-BE49-F238E27FC236}">
                <a16:creationId xmlns:a16="http://schemas.microsoft.com/office/drawing/2014/main" id="{2D7DE6C4-B6FF-41B7-1FB2-772D0CFAB474}"/>
              </a:ext>
            </a:extLst>
          </p:cNvPr>
          <p:cNvSpPr/>
          <p:nvPr/>
        </p:nvSpPr>
        <p:spPr>
          <a:xfrm>
            <a:off x="4746213" y="3992988"/>
            <a:ext cx="4051684" cy="274320"/>
          </a:xfrm>
          <a:prstGeom prst="rect">
            <a:avLst/>
          </a:prstGeom>
          <a:noFill/>
          <a:ln/>
        </p:spPr>
        <p:txBody>
          <a:bodyPr wrap="square" rtlCol="0" anchor="ctr"/>
          <a:lstStyle/>
          <a:p>
            <a:pPr marL="0" indent="0">
              <a:buNone/>
            </a:pPr>
            <a:r>
              <a:rPr lang="en-US" sz="1400" b="1" dirty="0">
                <a:solidFill>
                  <a:srgbClr val="1B2A3E"/>
                </a:solidFill>
                <a:latin typeface="Book Antiqua" panose="02040602050305030304" pitchFamily="18" charset="0"/>
                <a:ea typeface="Calibri" pitchFamily="34" charset="-122"/>
                <a:cs typeface="Calibri" pitchFamily="34" charset="-120"/>
              </a:rPr>
              <a:t>Step 2 – Import into Power BI</a:t>
            </a:r>
            <a:endParaRPr lang="en-US" sz="1400" dirty="0">
              <a:latin typeface="Book Antiqua" panose="02040602050305030304" pitchFamily="18" charset="0"/>
            </a:endParaRPr>
          </a:p>
        </p:txBody>
      </p:sp>
      <p:sp>
        <p:nvSpPr>
          <p:cNvPr id="15" name="Text 12">
            <a:extLst>
              <a:ext uri="{FF2B5EF4-FFF2-40B4-BE49-F238E27FC236}">
                <a16:creationId xmlns:a16="http://schemas.microsoft.com/office/drawing/2014/main" id="{175C9065-74B8-7E17-C587-764B2DE160EC}"/>
              </a:ext>
            </a:extLst>
          </p:cNvPr>
          <p:cNvSpPr/>
          <p:nvPr/>
        </p:nvSpPr>
        <p:spPr>
          <a:xfrm>
            <a:off x="4746213" y="4303884"/>
            <a:ext cx="3992100" cy="548640"/>
          </a:xfrm>
          <a:prstGeom prst="rect">
            <a:avLst/>
          </a:prstGeom>
          <a:noFill/>
          <a:ln/>
        </p:spPr>
        <p:txBody>
          <a:bodyPr wrap="square" rtlCol="0" anchor="t"/>
          <a:lstStyle/>
          <a:p>
            <a:pPr marL="0" indent="0">
              <a:buNone/>
            </a:pPr>
            <a:r>
              <a:rPr lang="en-US" sz="1200" dirty="0">
                <a:solidFill>
                  <a:srgbClr val="334455"/>
                </a:solidFill>
                <a:latin typeface="Book Antiqua" panose="02040602050305030304" pitchFamily="18" charset="0"/>
                <a:ea typeface="Calibri" pitchFamily="34" charset="-122"/>
                <a:cs typeface="Calibri" pitchFamily="34" charset="-120"/>
              </a:rPr>
              <a:t>Home → Get Data → Text/CSV → Load tourism-data.csv</a:t>
            </a:r>
            <a:endParaRPr lang="en-US" sz="1200" dirty="0">
              <a:latin typeface="Book Antiqua" panose="02040602050305030304" pitchFamily="18" charset="0"/>
            </a:endParaRPr>
          </a:p>
        </p:txBody>
      </p:sp>
      <p:pic>
        <p:nvPicPr>
          <p:cNvPr id="21" name="Picture 20">
            <a:extLst>
              <a:ext uri="{FF2B5EF4-FFF2-40B4-BE49-F238E27FC236}">
                <a16:creationId xmlns:a16="http://schemas.microsoft.com/office/drawing/2014/main" id="{198F88CD-F1F0-43AB-C5E5-487568F48025}"/>
              </a:ext>
            </a:extLst>
          </p:cNvPr>
          <p:cNvPicPr>
            <a:picLocks noChangeAspect="1"/>
          </p:cNvPicPr>
          <p:nvPr/>
        </p:nvPicPr>
        <p:blipFill>
          <a:blip r:embed="rId3"/>
          <a:srcRect l="2931" t="3378" r="52507" b="5635"/>
          <a:stretch>
            <a:fillRect/>
          </a:stretch>
        </p:blipFill>
        <p:spPr>
          <a:xfrm>
            <a:off x="1337310" y="1363924"/>
            <a:ext cx="2197826" cy="2277837"/>
          </a:xfrm>
          <a:prstGeom prst="rect">
            <a:avLst/>
          </a:prstGeom>
        </p:spPr>
      </p:pic>
      <p:sp>
        <p:nvSpPr>
          <p:cNvPr id="22" name="Shape 0">
            <a:extLst>
              <a:ext uri="{FF2B5EF4-FFF2-40B4-BE49-F238E27FC236}">
                <a16:creationId xmlns:a16="http://schemas.microsoft.com/office/drawing/2014/main" id="{5030BAAD-130B-F26F-C78C-54834C37D2AB}"/>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23" name="Text 1">
            <a:extLst>
              <a:ext uri="{FF2B5EF4-FFF2-40B4-BE49-F238E27FC236}">
                <a16:creationId xmlns:a16="http://schemas.microsoft.com/office/drawing/2014/main" id="{899A97ED-7CA5-E50E-3BB5-51DC3EA71DF9}"/>
              </a:ext>
            </a:extLst>
          </p:cNvPr>
          <p:cNvSpPr/>
          <p:nvPr/>
        </p:nvSpPr>
        <p:spPr>
          <a:xfrm>
            <a:off x="146957" y="91440"/>
            <a:ext cx="8356963" cy="382089"/>
          </a:xfrm>
          <a:prstGeom prst="rect">
            <a:avLst/>
          </a:prstGeom>
          <a:noFill/>
          <a:ln/>
        </p:spPr>
        <p:txBody>
          <a:bodyPr wrap="square" rtlCol="0" anchor="ctr"/>
          <a:lstStyle/>
          <a:p>
            <a:pPr marL="0" indent="0">
              <a:buNone/>
            </a:pPr>
            <a:endParaRPr lang="en-US" sz="1600" dirty="0">
              <a:solidFill>
                <a:schemeClr val="bg1"/>
              </a:solidFill>
            </a:endParaRPr>
          </a:p>
        </p:txBody>
      </p:sp>
      <p:pic>
        <p:nvPicPr>
          <p:cNvPr id="24" name="Picture 23">
            <a:extLst>
              <a:ext uri="{FF2B5EF4-FFF2-40B4-BE49-F238E27FC236}">
                <a16:creationId xmlns:a16="http://schemas.microsoft.com/office/drawing/2014/main" id="{E414C00C-EBBD-738D-9C69-977CD76B1719}"/>
              </a:ext>
            </a:extLst>
          </p:cNvPr>
          <p:cNvPicPr>
            <a:picLocks noChangeAspect="1"/>
          </p:cNvPicPr>
          <p:nvPr/>
        </p:nvPicPr>
        <p:blipFill>
          <a:blip r:embed="rId3"/>
          <a:srcRect l="3091" t="2544" r="4485" b="4186"/>
          <a:stretch>
            <a:fillRect/>
          </a:stretch>
        </p:blipFill>
        <p:spPr>
          <a:xfrm>
            <a:off x="4452249" y="1363924"/>
            <a:ext cx="4446822" cy="2277837"/>
          </a:xfrm>
          <a:prstGeom prst="rect">
            <a:avLst/>
          </a:prstGeom>
        </p:spPr>
      </p:pic>
    </p:spTree>
    <p:extLst>
      <p:ext uri="{BB962C8B-B14F-4D97-AF65-F5344CB8AC3E}">
        <p14:creationId xmlns:p14="http://schemas.microsoft.com/office/powerpoint/2010/main" val="3002042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A2B697D3-E197-5A75-431A-6B11A6B32621}"/>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59AAAD3D-564F-7FB5-E498-E3A4AD717CE2}"/>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Part 1 – Line Chart |  Lab 4</a:t>
            </a:r>
            <a:endParaRPr lang="en-US" sz="2000" dirty="0">
              <a:latin typeface="Bodoni MT" panose="02070603080606020203" pitchFamily="18" charset="0"/>
            </a:endParaRPr>
          </a:p>
        </p:txBody>
      </p:sp>
      <p:sp>
        <p:nvSpPr>
          <p:cNvPr id="5" name="Text 3"/>
          <p:cNvSpPr/>
          <p:nvPr/>
        </p:nvSpPr>
        <p:spPr>
          <a:xfrm>
            <a:off x="365760" y="640080"/>
            <a:ext cx="8412480" cy="502920"/>
          </a:xfrm>
          <a:prstGeom prst="rect">
            <a:avLst/>
          </a:prstGeom>
          <a:noFill/>
          <a:ln/>
        </p:spPr>
        <p:txBody>
          <a:bodyPr wrap="square" rtlCol="0" anchor="ctr"/>
          <a:lstStyle/>
          <a:p>
            <a:pPr marL="0" indent="0">
              <a:buNone/>
            </a:pPr>
            <a:r>
              <a:rPr lang="en-US" sz="2600" b="1" dirty="0">
                <a:solidFill>
                  <a:srgbClr val="1B2A3E"/>
                </a:solidFill>
                <a:latin typeface="Book Antiqua" panose="02040602050305030304" pitchFamily="18" charset="0"/>
                <a:ea typeface="Calibri" pitchFamily="34" charset="-122"/>
                <a:cs typeface="Calibri" pitchFamily="34" charset="-120"/>
              </a:rPr>
              <a:t>Step 3: Create Line Chart</a:t>
            </a:r>
            <a:endParaRPr lang="en-US" sz="2600" dirty="0">
              <a:latin typeface="Book Antiqua" panose="02040602050305030304" pitchFamily="18" charset="0"/>
            </a:endParaRPr>
          </a:p>
        </p:txBody>
      </p:sp>
      <p:sp>
        <p:nvSpPr>
          <p:cNvPr id="16" name="Shape 13"/>
          <p:cNvSpPr/>
          <p:nvPr/>
        </p:nvSpPr>
        <p:spPr>
          <a:xfrm>
            <a:off x="365760" y="3971012"/>
            <a:ext cx="8591134" cy="1131340"/>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7" name="Shape 14"/>
          <p:cNvSpPr/>
          <p:nvPr/>
        </p:nvSpPr>
        <p:spPr>
          <a:xfrm>
            <a:off x="365761" y="3971012"/>
            <a:ext cx="159092" cy="1131340"/>
          </a:xfrm>
          <a:prstGeom prst="rect">
            <a:avLst/>
          </a:prstGeom>
          <a:solidFill>
            <a:srgbClr val="00A896"/>
          </a:solidFill>
          <a:ln w="12700">
            <a:solidFill>
              <a:srgbClr val="00A896"/>
            </a:solidFill>
            <a:prstDash val="solid"/>
          </a:ln>
        </p:spPr>
        <p:txBody>
          <a:bodyPr/>
          <a:lstStyle/>
          <a:p>
            <a:endParaRPr lang="en-US"/>
          </a:p>
        </p:txBody>
      </p:sp>
      <p:sp>
        <p:nvSpPr>
          <p:cNvPr id="18" name="Text 15"/>
          <p:cNvSpPr/>
          <p:nvPr/>
        </p:nvSpPr>
        <p:spPr>
          <a:xfrm>
            <a:off x="502921" y="4044164"/>
            <a:ext cx="8113848" cy="308547"/>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Step 3 – Create Line Chart</a:t>
            </a:r>
            <a:endParaRPr lang="en-US" sz="1200" dirty="0"/>
          </a:p>
        </p:txBody>
      </p:sp>
      <p:sp>
        <p:nvSpPr>
          <p:cNvPr id="19" name="Text 16"/>
          <p:cNvSpPr/>
          <p:nvPr/>
        </p:nvSpPr>
        <p:spPr>
          <a:xfrm>
            <a:off x="502920" y="4355060"/>
            <a:ext cx="7994527" cy="617094"/>
          </a:xfrm>
          <a:prstGeom prst="rect">
            <a:avLst/>
          </a:prstGeom>
          <a:noFill/>
          <a:ln/>
        </p:spPr>
        <p:txBody>
          <a:bodyPr wrap="square" rtlCol="0" anchor="t"/>
          <a:lstStyle/>
          <a:p>
            <a:pPr marL="0" indent="0">
              <a:buNone/>
            </a:pPr>
            <a:r>
              <a:rPr lang="en-US" sz="1100" dirty="0">
                <a:solidFill>
                  <a:srgbClr val="334455"/>
                </a:solidFill>
                <a:latin typeface="Calibri" pitchFamily="34" charset="0"/>
                <a:ea typeface="Calibri" pitchFamily="34" charset="-122"/>
                <a:cs typeface="Calibri" pitchFamily="34" charset="-120"/>
              </a:rPr>
              <a:t>• Drag Period → X-axis</a:t>
            </a:r>
            <a:endParaRPr lang="en-US" sz="1100" dirty="0"/>
          </a:p>
          <a:p>
            <a:pPr marL="0" indent="0">
              <a:buNone/>
            </a:pPr>
            <a:r>
              <a:rPr lang="en-US" sz="1100" dirty="0">
                <a:solidFill>
                  <a:srgbClr val="334455"/>
                </a:solidFill>
                <a:latin typeface="Calibri" pitchFamily="34" charset="0"/>
                <a:ea typeface="Calibri" pitchFamily="34" charset="-122"/>
                <a:cs typeface="Calibri" pitchFamily="34" charset="-120"/>
              </a:rPr>
              <a:t>• Drag Total tourists → Y-axis</a:t>
            </a:r>
            <a:endParaRPr lang="en-US" sz="1100" dirty="0"/>
          </a:p>
          <a:p>
            <a:pPr marL="0" indent="0">
              <a:buNone/>
            </a:pPr>
            <a:r>
              <a:rPr lang="en-US" sz="1100" dirty="0">
                <a:solidFill>
                  <a:srgbClr val="334455"/>
                </a:solidFill>
                <a:latin typeface="Calibri" pitchFamily="34" charset="0"/>
                <a:ea typeface="Calibri" pitchFamily="34" charset="-122"/>
                <a:cs typeface="Calibri" pitchFamily="34" charset="-120"/>
              </a:rPr>
              <a:t>• Set hierarchy to Year + Month</a:t>
            </a:r>
            <a:endParaRPr lang="en-US" sz="1100" dirty="0"/>
          </a:p>
        </p:txBody>
      </p:sp>
      <p:pic>
        <p:nvPicPr>
          <p:cNvPr id="26" name="Picture 25">
            <a:extLst>
              <a:ext uri="{FF2B5EF4-FFF2-40B4-BE49-F238E27FC236}">
                <a16:creationId xmlns:a16="http://schemas.microsoft.com/office/drawing/2014/main" id="{9631EAFB-77F1-A627-C5C7-A76C72B3A718}"/>
              </a:ext>
            </a:extLst>
          </p:cNvPr>
          <p:cNvPicPr>
            <a:picLocks noChangeAspect="1"/>
          </p:cNvPicPr>
          <p:nvPr/>
        </p:nvPicPr>
        <p:blipFill>
          <a:blip r:embed="rId3"/>
          <a:srcRect l="5812" t="7115" r="32550" b="14890"/>
          <a:stretch>
            <a:fillRect/>
          </a:stretch>
        </p:blipFill>
        <p:spPr>
          <a:xfrm>
            <a:off x="5913005" y="1082650"/>
            <a:ext cx="3167311" cy="2623934"/>
          </a:xfrm>
          <a:prstGeom prst="rect">
            <a:avLst/>
          </a:prstGeom>
        </p:spPr>
      </p:pic>
      <p:pic>
        <p:nvPicPr>
          <p:cNvPr id="22" name="Picture 21">
            <a:extLst>
              <a:ext uri="{FF2B5EF4-FFF2-40B4-BE49-F238E27FC236}">
                <a16:creationId xmlns:a16="http://schemas.microsoft.com/office/drawing/2014/main" id="{E146E9FA-43D1-94AE-1B95-7F64450CEACA}"/>
              </a:ext>
            </a:extLst>
          </p:cNvPr>
          <p:cNvPicPr>
            <a:picLocks noChangeAspect="1"/>
          </p:cNvPicPr>
          <p:nvPr/>
        </p:nvPicPr>
        <p:blipFill>
          <a:blip r:embed="rId4"/>
          <a:stretch>
            <a:fillRect/>
          </a:stretch>
        </p:blipFill>
        <p:spPr>
          <a:xfrm>
            <a:off x="2994788" y="1082650"/>
            <a:ext cx="2843106" cy="2623935"/>
          </a:xfrm>
          <a:prstGeom prst="rect">
            <a:avLst/>
          </a:prstGeom>
        </p:spPr>
      </p:pic>
      <p:pic>
        <p:nvPicPr>
          <p:cNvPr id="23" name="Picture 22">
            <a:extLst>
              <a:ext uri="{FF2B5EF4-FFF2-40B4-BE49-F238E27FC236}">
                <a16:creationId xmlns:a16="http://schemas.microsoft.com/office/drawing/2014/main" id="{22BDCE5D-65AE-89EB-7205-6D00864C104B}"/>
              </a:ext>
            </a:extLst>
          </p:cNvPr>
          <p:cNvPicPr>
            <a:picLocks noChangeAspect="1"/>
          </p:cNvPicPr>
          <p:nvPr/>
        </p:nvPicPr>
        <p:blipFill>
          <a:blip r:embed="rId5"/>
          <a:srcRect l="4283" t="4285" r="40298" b="24762"/>
          <a:stretch>
            <a:fillRect/>
          </a:stretch>
        </p:blipFill>
        <p:spPr>
          <a:xfrm>
            <a:off x="403596" y="1082650"/>
            <a:ext cx="2501387" cy="2623934"/>
          </a:xfrm>
          <a:prstGeom prst="rect">
            <a:avLst/>
          </a:prstGeom>
        </p:spPr>
      </p:pic>
      <p:sp>
        <p:nvSpPr>
          <p:cNvPr id="25" name="TextBox 24">
            <a:extLst>
              <a:ext uri="{FF2B5EF4-FFF2-40B4-BE49-F238E27FC236}">
                <a16:creationId xmlns:a16="http://schemas.microsoft.com/office/drawing/2014/main" id="{4731FE48-C931-C3A6-71F7-789611ADA66E}"/>
              </a:ext>
            </a:extLst>
          </p:cNvPr>
          <p:cNvSpPr txBox="1"/>
          <p:nvPr/>
        </p:nvSpPr>
        <p:spPr>
          <a:xfrm>
            <a:off x="6896596" y="3657437"/>
            <a:ext cx="2183720" cy="276999"/>
          </a:xfrm>
          <a:prstGeom prst="rect">
            <a:avLst/>
          </a:prstGeom>
          <a:noFill/>
        </p:spPr>
        <p:txBody>
          <a:bodyPr wrap="square">
            <a:spAutoFit/>
          </a:bodyPr>
          <a:lstStyle/>
          <a:p>
            <a:r>
              <a:rPr lang="en-US" sz="1200" b="1" dirty="0">
                <a:solidFill>
                  <a:srgbClr val="1B2A3E"/>
                </a:solidFill>
                <a:latin typeface="Book Antiqua" panose="02040602050305030304" pitchFamily="18" charset="0"/>
                <a:ea typeface="Calibri" pitchFamily="34" charset="-122"/>
                <a:cs typeface="Calibri" pitchFamily="34" charset="-120"/>
              </a:rPr>
              <a:t>Year and Month</a:t>
            </a:r>
            <a:endParaRPr lang="en-US" sz="1200" dirty="0"/>
          </a:p>
        </p:txBody>
      </p:sp>
      <p:sp>
        <p:nvSpPr>
          <p:cNvPr id="28" name="TextBox 27">
            <a:extLst>
              <a:ext uri="{FF2B5EF4-FFF2-40B4-BE49-F238E27FC236}">
                <a16:creationId xmlns:a16="http://schemas.microsoft.com/office/drawing/2014/main" id="{65D8D3BF-AE40-3F0A-35B1-E70281A80AB3}"/>
              </a:ext>
            </a:extLst>
          </p:cNvPr>
          <p:cNvSpPr txBox="1"/>
          <p:nvPr/>
        </p:nvSpPr>
        <p:spPr>
          <a:xfrm>
            <a:off x="3743979" y="3663022"/>
            <a:ext cx="2183720" cy="276999"/>
          </a:xfrm>
          <a:prstGeom prst="rect">
            <a:avLst/>
          </a:prstGeom>
          <a:noFill/>
        </p:spPr>
        <p:txBody>
          <a:bodyPr wrap="square">
            <a:spAutoFit/>
          </a:bodyPr>
          <a:lstStyle/>
          <a:p>
            <a:r>
              <a:rPr lang="en-US" sz="1200" b="1" dirty="0">
                <a:solidFill>
                  <a:srgbClr val="1B2A3E"/>
                </a:solidFill>
                <a:latin typeface="Book Antiqua" panose="02040602050305030304" pitchFamily="18" charset="0"/>
                <a:ea typeface="Calibri" pitchFamily="34" charset="-122"/>
                <a:cs typeface="Calibri" pitchFamily="34" charset="-120"/>
              </a:rPr>
              <a:t>Month</a:t>
            </a:r>
            <a:endParaRPr lang="en-US" sz="1200" dirty="0"/>
          </a:p>
        </p:txBody>
      </p:sp>
      <p:sp>
        <p:nvSpPr>
          <p:cNvPr id="31" name="TextBox 30">
            <a:extLst>
              <a:ext uri="{FF2B5EF4-FFF2-40B4-BE49-F238E27FC236}">
                <a16:creationId xmlns:a16="http://schemas.microsoft.com/office/drawing/2014/main" id="{8F586788-337A-72B9-3ABF-BB7031BE50CF}"/>
              </a:ext>
            </a:extLst>
          </p:cNvPr>
          <p:cNvSpPr txBox="1"/>
          <p:nvPr/>
        </p:nvSpPr>
        <p:spPr>
          <a:xfrm>
            <a:off x="1075811" y="3675807"/>
            <a:ext cx="2183720" cy="276999"/>
          </a:xfrm>
          <a:prstGeom prst="rect">
            <a:avLst/>
          </a:prstGeom>
          <a:noFill/>
        </p:spPr>
        <p:txBody>
          <a:bodyPr wrap="square">
            <a:spAutoFit/>
          </a:bodyPr>
          <a:lstStyle/>
          <a:p>
            <a:r>
              <a:rPr lang="en-US" sz="1200" b="1" dirty="0">
                <a:solidFill>
                  <a:srgbClr val="1B2A3E"/>
                </a:solidFill>
                <a:latin typeface="Book Antiqua" panose="02040602050305030304" pitchFamily="18" charset="0"/>
                <a:ea typeface="Calibri" pitchFamily="34" charset="-122"/>
                <a:cs typeface="Calibri" pitchFamily="34" charset="-120"/>
              </a:rPr>
              <a:t>Year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BE65F83B-8E04-4E92-95EE-E63B100B3958}"/>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E99CAE4C-ACFB-16FB-DCB5-F275643608F6}"/>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9AD188CF-9B73-C6B8-3DA2-626890D2664B}"/>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5A4B7A8F-87EC-00DC-8E96-A39CD971B5E4}"/>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Part 1 – Trend Line|  Lab 4</a:t>
            </a:r>
            <a:endParaRPr lang="en-US" sz="2000" dirty="0">
              <a:latin typeface="Bodoni MT" panose="02070603080606020203" pitchFamily="18" charset="0"/>
            </a:endParaRPr>
          </a:p>
        </p:txBody>
      </p:sp>
      <p:sp>
        <p:nvSpPr>
          <p:cNvPr id="5" name="Text 3">
            <a:extLst>
              <a:ext uri="{FF2B5EF4-FFF2-40B4-BE49-F238E27FC236}">
                <a16:creationId xmlns:a16="http://schemas.microsoft.com/office/drawing/2014/main" id="{5F502A95-83C9-4359-4215-9FE5E3592874}"/>
              </a:ext>
            </a:extLst>
          </p:cNvPr>
          <p:cNvSpPr/>
          <p:nvPr/>
        </p:nvSpPr>
        <p:spPr>
          <a:xfrm>
            <a:off x="365760" y="640080"/>
            <a:ext cx="8412480" cy="502920"/>
          </a:xfrm>
          <a:prstGeom prst="rect">
            <a:avLst/>
          </a:prstGeom>
          <a:noFill/>
          <a:ln/>
        </p:spPr>
        <p:txBody>
          <a:bodyPr wrap="square" rtlCol="0" anchor="ctr"/>
          <a:lstStyle/>
          <a:p>
            <a:pPr marL="0" indent="0">
              <a:buNone/>
            </a:pPr>
            <a:r>
              <a:rPr lang="en-US" sz="2600" b="1" dirty="0">
                <a:solidFill>
                  <a:srgbClr val="1B2A3E"/>
                </a:solidFill>
                <a:latin typeface="Book Antiqua" panose="02040602050305030304" pitchFamily="18" charset="0"/>
                <a:ea typeface="Calibri" pitchFamily="34" charset="-122"/>
                <a:cs typeface="Calibri" pitchFamily="34" charset="-120"/>
              </a:rPr>
              <a:t>Step 4: Add a Trend Line</a:t>
            </a:r>
            <a:endParaRPr lang="en-US" sz="2600" dirty="0">
              <a:latin typeface="Book Antiqua" panose="02040602050305030304" pitchFamily="18" charset="0"/>
            </a:endParaRPr>
          </a:p>
        </p:txBody>
      </p:sp>
      <p:sp>
        <p:nvSpPr>
          <p:cNvPr id="16" name="Shape 13">
            <a:extLst>
              <a:ext uri="{FF2B5EF4-FFF2-40B4-BE49-F238E27FC236}">
                <a16:creationId xmlns:a16="http://schemas.microsoft.com/office/drawing/2014/main" id="{5EA5C098-4B93-D588-EA03-E28E07710688}"/>
              </a:ext>
            </a:extLst>
          </p:cNvPr>
          <p:cNvSpPr/>
          <p:nvPr/>
        </p:nvSpPr>
        <p:spPr>
          <a:xfrm>
            <a:off x="365760" y="3971012"/>
            <a:ext cx="8591134" cy="1131340"/>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7" name="Shape 14">
            <a:extLst>
              <a:ext uri="{FF2B5EF4-FFF2-40B4-BE49-F238E27FC236}">
                <a16:creationId xmlns:a16="http://schemas.microsoft.com/office/drawing/2014/main" id="{85AE98AC-DC20-AD4F-8E21-603EEA9FCA27}"/>
              </a:ext>
            </a:extLst>
          </p:cNvPr>
          <p:cNvSpPr/>
          <p:nvPr/>
        </p:nvSpPr>
        <p:spPr>
          <a:xfrm>
            <a:off x="365761" y="3971012"/>
            <a:ext cx="159092" cy="1131340"/>
          </a:xfrm>
          <a:prstGeom prst="rect">
            <a:avLst/>
          </a:prstGeom>
          <a:solidFill>
            <a:srgbClr val="00A896"/>
          </a:solidFill>
          <a:ln w="12700">
            <a:solidFill>
              <a:srgbClr val="00A896"/>
            </a:solidFill>
            <a:prstDash val="solid"/>
          </a:ln>
        </p:spPr>
        <p:txBody>
          <a:bodyPr/>
          <a:lstStyle/>
          <a:p>
            <a:endParaRPr lang="en-US"/>
          </a:p>
        </p:txBody>
      </p:sp>
      <p:sp>
        <p:nvSpPr>
          <p:cNvPr id="18" name="Text 15">
            <a:extLst>
              <a:ext uri="{FF2B5EF4-FFF2-40B4-BE49-F238E27FC236}">
                <a16:creationId xmlns:a16="http://schemas.microsoft.com/office/drawing/2014/main" id="{05D6C441-6041-2444-5B9B-B9FFC363E64E}"/>
              </a:ext>
            </a:extLst>
          </p:cNvPr>
          <p:cNvSpPr/>
          <p:nvPr/>
        </p:nvSpPr>
        <p:spPr>
          <a:xfrm>
            <a:off x="502921" y="4044164"/>
            <a:ext cx="8113848" cy="308547"/>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Add Trend Line</a:t>
            </a:r>
            <a:endParaRPr lang="en-US" sz="1200" dirty="0"/>
          </a:p>
        </p:txBody>
      </p:sp>
      <p:sp>
        <p:nvSpPr>
          <p:cNvPr id="19" name="Text 16">
            <a:extLst>
              <a:ext uri="{FF2B5EF4-FFF2-40B4-BE49-F238E27FC236}">
                <a16:creationId xmlns:a16="http://schemas.microsoft.com/office/drawing/2014/main" id="{9E28F674-15F7-F0A7-3E89-31BA1C8FE278}"/>
              </a:ext>
            </a:extLst>
          </p:cNvPr>
          <p:cNvSpPr/>
          <p:nvPr/>
        </p:nvSpPr>
        <p:spPr>
          <a:xfrm>
            <a:off x="502920" y="4278764"/>
            <a:ext cx="7994527" cy="617094"/>
          </a:xfrm>
          <a:prstGeom prst="rect">
            <a:avLst/>
          </a:prstGeom>
          <a:noFill/>
          <a:ln/>
        </p:spPr>
        <p:txBody>
          <a:bodyPr wrap="square" rtlCol="0" anchor="t"/>
          <a:lstStyle/>
          <a:p>
            <a:r>
              <a:rPr lang="en-US" sz="1100" dirty="0">
                <a:latin typeface="Book Antiqua" panose="02040602050305030304" pitchFamily="18" charset="0"/>
                <a:ea typeface="Calibri" pitchFamily="34" charset="-122"/>
                <a:cs typeface="Calibri" pitchFamily="34" charset="-120"/>
              </a:rPr>
              <a:t>1. Click the line chart to select it</a:t>
            </a:r>
            <a:endParaRPr lang="en-US" sz="1100" dirty="0">
              <a:latin typeface="Book Antiqua" panose="02040602050305030304" pitchFamily="18" charset="0"/>
            </a:endParaRPr>
          </a:p>
          <a:p>
            <a:r>
              <a:rPr lang="en-US" sz="1100" dirty="0">
                <a:latin typeface="Book Antiqua" panose="02040602050305030304" pitchFamily="18" charset="0"/>
                <a:ea typeface="Calibri" pitchFamily="34" charset="-122"/>
                <a:cs typeface="Calibri" pitchFamily="34" charset="-120"/>
              </a:rPr>
              <a:t>2. Click the Analytics icon in Visualizations pane</a:t>
            </a:r>
            <a:endParaRPr lang="en-US" sz="1100" dirty="0">
              <a:latin typeface="Book Antiqua" panose="02040602050305030304" pitchFamily="18" charset="0"/>
            </a:endParaRPr>
          </a:p>
          <a:p>
            <a:r>
              <a:rPr lang="en-US" sz="1100" dirty="0">
                <a:latin typeface="Book Antiqua" panose="02040602050305030304" pitchFamily="18" charset="0"/>
                <a:ea typeface="Calibri" pitchFamily="34" charset="-122"/>
                <a:cs typeface="Calibri" pitchFamily="34" charset="-120"/>
              </a:rPr>
              <a:t>3. Expand 'Trend line'</a:t>
            </a:r>
            <a:endParaRPr lang="en-US" sz="1100" dirty="0">
              <a:latin typeface="Book Antiqua" panose="02040602050305030304" pitchFamily="18" charset="0"/>
            </a:endParaRPr>
          </a:p>
          <a:p>
            <a:r>
              <a:rPr lang="en-US" sz="1100" dirty="0">
                <a:latin typeface="Book Antiqua" panose="02040602050305030304" pitchFamily="18" charset="0"/>
                <a:ea typeface="Calibri" pitchFamily="34" charset="-122"/>
                <a:cs typeface="Calibri" pitchFamily="34" charset="-120"/>
              </a:rPr>
              <a:t>4. Click + Add</a:t>
            </a:r>
            <a:endParaRPr lang="en-US" sz="1100" dirty="0">
              <a:latin typeface="Book Antiqua" panose="02040602050305030304" pitchFamily="18" charset="0"/>
            </a:endParaRPr>
          </a:p>
          <a:p>
            <a:pPr marL="0" indent="0">
              <a:buNone/>
            </a:pPr>
            <a:endParaRPr lang="en-US" sz="1100" dirty="0">
              <a:latin typeface="Book Antiqua" panose="02040602050305030304" pitchFamily="18" charset="0"/>
            </a:endParaRPr>
          </a:p>
        </p:txBody>
      </p:sp>
      <p:sp>
        <p:nvSpPr>
          <p:cNvPr id="25" name="TextBox 24">
            <a:extLst>
              <a:ext uri="{FF2B5EF4-FFF2-40B4-BE49-F238E27FC236}">
                <a16:creationId xmlns:a16="http://schemas.microsoft.com/office/drawing/2014/main" id="{0FD346B7-6B17-7599-560F-7DD817EA481B}"/>
              </a:ext>
            </a:extLst>
          </p:cNvPr>
          <p:cNvSpPr txBox="1"/>
          <p:nvPr/>
        </p:nvSpPr>
        <p:spPr>
          <a:xfrm>
            <a:off x="6055675" y="3570594"/>
            <a:ext cx="2183720" cy="276999"/>
          </a:xfrm>
          <a:prstGeom prst="rect">
            <a:avLst/>
          </a:prstGeom>
          <a:noFill/>
        </p:spPr>
        <p:txBody>
          <a:bodyPr wrap="square">
            <a:spAutoFit/>
          </a:bodyPr>
          <a:lstStyle/>
          <a:p>
            <a:r>
              <a:rPr lang="en-US" sz="1200" b="1" dirty="0">
                <a:solidFill>
                  <a:srgbClr val="1B2A3E"/>
                </a:solidFill>
                <a:latin typeface="Book Antiqua" panose="02040602050305030304" pitchFamily="18" charset="0"/>
                <a:ea typeface="Calibri" pitchFamily="34" charset="-122"/>
                <a:cs typeface="Calibri" pitchFamily="34" charset="-120"/>
              </a:rPr>
              <a:t>Year and Month</a:t>
            </a:r>
            <a:endParaRPr lang="en-US" sz="1200" dirty="0"/>
          </a:p>
        </p:txBody>
      </p:sp>
      <p:sp>
        <p:nvSpPr>
          <p:cNvPr id="31" name="TextBox 30">
            <a:extLst>
              <a:ext uri="{FF2B5EF4-FFF2-40B4-BE49-F238E27FC236}">
                <a16:creationId xmlns:a16="http://schemas.microsoft.com/office/drawing/2014/main" id="{2A9BF225-11FC-113F-B8F0-2E7D209E0E23}"/>
              </a:ext>
            </a:extLst>
          </p:cNvPr>
          <p:cNvSpPr txBox="1"/>
          <p:nvPr/>
        </p:nvSpPr>
        <p:spPr>
          <a:xfrm>
            <a:off x="1631011" y="3570594"/>
            <a:ext cx="2183720" cy="276999"/>
          </a:xfrm>
          <a:prstGeom prst="rect">
            <a:avLst/>
          </a:prstGeom>
          <a:noFill/>
        </p:spPr>
        <p:txBody>
          <a:bodyPr wrap="square">
            <a:spAutoFit/>
          </a:bodyPr>
          <a:lstStyle/>
          <a:p>
            <a:r>
              <a:rPr lang="en-US" sz="1200" b="1" dirty="0">
                <a:solidFill>
                  <a:srgbClr val="1B2A3E"/>
                </a:solidFill>
                <a:latin typeface="Book Antiqua" panose="02040602050305030304" pitchFamily="18" charset="0"/>
                <a:ea typeface="Calibri" pitchFamily="34" charset="-122"/>
                <a:cs typeface="Calibri" pitchFamily="34" charset="-120"/>
              </a:rPr>
              <a:t>Year</a:t>
            </a:r>
            <a:endParaRPr lang="en-US" sz="1200" dirty="0"/>
          </a:p>
        </p:txBody>
      </p:sp>
      <p:pic>
        <p:nvPicPr>
          <p:cNvPr id="2" name="Picture 1">
            <a:extLst>
              <a:ext uri="{FF2B5EF4-FFF2-40B4-BE49-F238E27FC236}">
                <a16:creationId xmlns:a16="http://schemas.microsoft.com/office/drawing/2014/main" id="{6A78C3B5-B5BE-0429-7F3E-B350A991E6CB}"/>
              </a:ext>
            </a:extLst>
          </p:cNvPr>
          <p:cNvPicPr>
            <a:picLocks noChangeAspect="1"/>
          </p:cNvPicPr>
          <p:nvPr/>
        </p:nvPicPr>
        <p:blipFill>
          <a:blip r:embed="rId3"/>
          <a:srcRect l="3989" t="24737" r="47915" b="19278"/>
          <a:stretch>
            <a:fillRect/>
          </a:stretch>
        </p:blipFill>
        <p:spPr>
          <a:xfrm>
            <a:off x="519248" y="1217874"/>
            <a:ext cx="3527269" cy="2331278"/>
          </a:xfrm>
          <a:prstGeom prst="rect">
            <a:avLst/>
          </a:prstGeom>
        </p:spPr>
      </p:pic>
      <p:pic>
        <p:nvPicPr>
          <p:cNvPr id="4" name="Picture 3">
            <a:extLst>
              <a:ext uri="{FF2B5EF4-FFF2-40B4-BE49-F238E27FC236}">
                <a16:creationId xmlns:a16="http://schemas.microsoft.com/office/drawing/2014/main" id="{97ADA820-1F16-0DBF-93B1-BA188CDD451B}"/>
              </a:ext>
            </a:extLst>
          </p:cNvPr>
          <p:cNvPicPr>
            <a:picLocks noChangeAspect="1"/>
          </p:cNvPicPr>
          <p:nvPr/>
        </p:nvPicPr>
        <p:blipFill>
          <a:blip r:embed="rId4"/>
          <a:srcRect l="2728" t="7333" b="9484"/>
          <a:stretch>
            <a:fillRect/>
          </a:stretch>
        </p:blipFill>
        <p:spPr>
          <a:xfrm>
            <a:off x="4457700" y="1173991"/>
            <a:ext cx="4434840" cy="2396603"/>
          </a:xfrm>
          <a:prstGeom prst="rect">
            <a:avLst/>
          </a:prstGeom>
        </p:spPr>
      </p:pic>
    </p:spTree>
    <p:extLst>
      <p:ext uri="{BB962C8B-B14F-4D97-AF65-F5344CB8AC3E}">
        <p14:creationId xmlns:p14="http://schemas.microsoft.com/office/powerpoint/2010/main" val="476528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3D53DDC8-0F6D-0598-6DDE-7A383E1330FA}"/>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58B015FB-4911-F3B6-9176-3442E10020DD}"/>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9C450E08-BA19-3530-A2F7-2BA148620349}"/>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0C85B541-7F57-6FB6-F385-776272A79CED}"/>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Part 1 – Forecasting|  Lab 4</a:t>
            </a:r>
            <a:endParaRPr lang="en-US" sz="2000" dirty="0">
              <a:latin typeface="Bodoni MT" panose="02070603080606020203" pitchFamily="18" charset="0"/>
            </a:endParaRPr>
          </a:p>
        </p:txBody>
      </p:sp>
      <p:sp>
        <p:nvSpPr>
          <p:cNvPr id="5" name="Text 3">
            <a:extLst>
              <a:ext uri="{FF2B5EF4-FFF2-40B4-BE49-F238E27FC236}">
                <a16:creationId xmlns:a16="http://schemas.microsoft.com/office/drawing/2014/main" id="{B4CA5FF5-82A7-F0C5-7CD3-C3664D3C4DB4}"/>
              </a:ext>
            </a:extLst>
          </p:cNvPr>
          <p:cNvSpPr/>
          <p:nvPr/>
        </p:nvSpPr>
        <p:spPr>
          <a:xfrm>
            <a:off x="365760" y="640080"/>
            <a:ext cx="8412480" cy="502920"/>
          </a:xfrm>
          <a:prstGeom prst="rect">
            <a:avLst/>
          </a:prstGeom>
          <a:noFill/>
          <a:ln/>
        </p:spPr>
        <p:txBody>
          <a:bodyPr wrap="square" rtlCol="0" anchor="ctr"/>
          <a:lstStyle/>
          <a:p>
            <a:pPr marL="0" indent="0">
              <a:buNone/>
            </a:pPr>
            <a:r>
              <a:rPr lang="en-US" sz="2600" b="1" dirty="0">
                <a:solidFill>
                  <a:srgbClr val="1B2A3E"/>
                </a:solidFill>
                <a:latin typeface="Book Antiqua" panose="02040602050305030304" pitchFamily="18" charset="0"/>
                <a:ea typeface="Calibri" pitchFamily="34" charset="-122"/>
                <a:cs typeface="Calibri" pitchFamily="34" charset="-120"/>
              </a:rPr>
              <a:t>Step 5: Add Forecasting</a:t>
            </a:r>
            <a:endParaRPr lang="en-US" sz="2600" dirty="0">
              <a:latin typeface="Book Antiqua" panose="02040602050305030304" pitchFamily="18" charset="0"/>
            </a:endParaRPr>
          </a:p>
        </p:txBody>
      </p:sp>
      <p:sp>
        <p:nvSpPr>
          <p:cNvPr id="16" name="Shape 13">
            <a:extLst>
              <a:ext uri="{FF2B5EF4-FFF2-40B4-BE49-F238E27FC236}">
                <a16:creationId xmlns:a16="http://schemas.microsoft.com/office/drawing/2014/main" id="{7EEF3284-DCD6-6629-7F73-806FB15C3958}"/>
              </a:ext>
            </a:extLst>
          </p:cNvPr>
          <p:cNvSpPr/>
          <p:nvPr/>
        </p:nvSpPr>
        <p:spPr>
          <a:xfrm>
            <a:off x="365760" y="3971012"/>
            <a:ext cx="8591134" cy="1131340"/>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7" name="Shape 14">
            <a:extLst>
              <a:ext uri="{FF2B5EF4-FFF2-40B4-BE49-F238E27FC236}">
                <a16:creationId xmlns:a16="http://schemas.microsoft.com/office/drawing/2014/main" id="{2F681DAB-48C4-2517-F180-8ABE0C354CF7}"/>
              </a:ext>
            </a:extLst>
          </p:cNvPr>
          <p:cNvSpPr/>
          <p:nvPr/>
        </p:nvSpPr>
        <p:spPr>
          <a:xfrm>
            <a:off x="365761" y="3971012"/>
            <a:ext cx="159092" cy="1131340"/>
          </a:xfrm>
          <a:prstGeom prst="rect">
            <a:avLst/>
          </a:prstGeom>
          <a:solidFill>
            <a:srgbClr val="00A896"/>
          </a:solidFill>
          <a:ln w="12700">
            <a:solidFill>
              <a:srgbClr val="00A896"/>
            </a:solidFill>
            <a:prstDash val="solid"/>
          </a:ln>
        </p:spPr>
        <p:txBody>
          <a:bodyPr/>
          <a:lstStyle/>
          <a:p>
            <a:endParaRPr lang="en-US"/>
          </a:p>
        </p:txBody>
      </p:sp>
      <p:sp>
        <p:nvSpPr>
          <p:cNvPr id="18" name="Text 15">
            <a:extLst>
              <a:ext uri="{FF2B5EF4-FFF2-40B4-BE49-F238E27FC236}">
                <a16:creationId xmlns:a16="http://schemas.microsoft.com/office/drawing/2014/main" id="{F6B30EB6-CF9D-041E-EB3D-6DB440A785C7}"/>
              </a:ext>
            </a:extLst>
          </p:cNvPr>
          <p:cNvSpPr/>
          <p:nvPr/>
        </p:nvSpPr>
        <p:spPr>
          <a:xfrm>
            <a:off x="502921" y="4044164"/>
            <a:ext cx="8113848" cy="308547"/>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Add Forecast</a:t>
            </a:r>
            <a:endParaRPr lang="en-US" sz="1200" dirty="0"/>
          </a:p>
        </p:txBody>
      </p:sp>
      <p:sp>
        <p:nvSpPr>
          <p:cNvPr id="19" name="Text 16">
            <a:extLst>
              <a:ext uri="{FF2B5EF4-FFF2-40B4-BE49-F238E27FC236}">
                <a16:creationId xmlns:a16="http://schemas.microsoft.com/office/drawing/2014/main" id="{EBEED4F6-01EA-4ACE-9414-2FE62DE06030}"/>
              </a:ext>
            </a:extLst>
          </p:cNvPr>
          <p:cNvSpPr/>
          <p:nvPr/>
        </p:nvSpPr>
        <p:spPr>
          <a:xfrm>
            <a:off x="502920" y="4278764"/>
            <a:ext cx="7994527" cy="617094"/>
          </a:xfrm>
          <a:prstGeom prst="rect">
            <a:avLst/>
          </a:prstGeom>
          <a:noFill/>
          <a:ln/>
        </p:spPr>
        <p:txBody>
          <a:bodyPr wrap="square" rtlCol="0" anchor="t"/>
          <a:lstStyle/>
          <a:p>
            <a:r>
              <a:rPr lang="en-US" sz="1100" dirty="0">
                <a:latin typeface="Book Antiqua" panose="02040602050305030304" pitchFamily="18" charset="0"/>
                <a:ea typeface="Calibri" pitchFamily="34" charset="-122"/>
                <a:cs typeface="Calibri" pitchFamily="34" charset="-120"/>
              </a:rPr>
              <a:t>1. Click the Analytics icon in Visualizations pane</a:t>
            </a:r>
            <a:endParaRPr lang="en-US" sz="1100" dirty="0">
              <a:latin typeface="Book Antiqua" panose="02040602050305030304" pitchFamily="18" charset="0"/>
            </a:endParaRPr>
          </a:p>
          <a:p>
            <a:r>
              <a:rPr lang="en-US" sz="1100" dirty="0">
                <a:latin typeface="Book Antiqua" panose="02040602050305030304" pitchFamily="18" charset="0"/>
                <a:ea typeface="Calibri" pitchFamily="34" charset="-122"/>
                <a:cs typeface="Calibri" pitchFamily="34" charset="-120"/>
              </a:rPr>
              <a:t>3. Expand ‘Forecasting'</a:t>
            </a:r>
            <a:endParaRPr lang="en-US" sz="1100" dirty="0">
              <a:latin typeface="Book Antiqua" panose="02040602050305030304" pitchFamily="18" charset="0"/>
            </a:endParaRPr>
          </a:p>
          <a:p>
            <a:r>
              <a:rPr lang="en-US" sz="1100" dirty="0">
                <a:latin typeface="Book Antiqua" panose="02040602050305030304" pitchFamily="18" charset="0"/>
                <a:ea typeface="Calibri" pitchFamily="34" charset="-122"/>
                <a:cs typeface="Calibri" pitchFamily="34" charset="-120"/>
              </a:rPr>
              <a:t>4. Click + on</a:t>
            </a:r>
            <a:endParaRPr lang="en-US" sz="1100" dirty="0">
              <a:latin typeface="Book Antiqua" panose="02040602050305030304" pitchFamily="18" charset="0"/>
            </a:endParaRPr>
          </a:p>
          <a:p>
            <a:pPr marL="0" indent="0">
              <a:buNone/>
            </a:pPr>
            <a:endParaRPr lang="en-US" sz="1100" dirty="0">
              <a:latin typeface="Book Antiqua" panose="02040602050305030304" pitchFamily="18" charset="0"/>
            </a:endParaRPr>
          </a:p>
        </p:txBody>
      </p:sp>
      <p:pic>
        <p:nvPicPr>
          <p:cNvPr id="6" name="Picture 5">
            <a:extLst>
              <a:ext uri="{FF2B5EF4-FFF2-40B4-BE49-F238E27FC236}">
                <a16:creationId xmlns:a16="http://schemas.microsoft.com/office/drawing/2014/main" id="{D32E44D8-26FB-26F7-FFAF-AAD61B1E3405}"/>
              </a:ext>
            </a:extLst>
          </p:cNvPr>
          <p:cNvPicPr>
            <a:picLocks noChangeAspect="1"/>
          </p:cNvPicPr>
          <p:nvPr/>
        </p:nvPicPr>
        <p:blipFill>
          <a:blip r:embed="rId3"/>
          <a:srcRect t="7845" r="41169" b="19874"/>
          <a:stretch>
            <a:fillRect/>
          </a:stretch>
        </p:blipFill>
        <p:spPr>
          <a:xfrm>
            <a:off x="502920" y="1234440"/>
            <a:ext cx="8275320" cy="2530078"/>
          </a:xfrm>
          <a:prstGeom prst="rect">
            <a:avLst/>
          </a:prstGeom>
        </p:spPr>
      </p:pic>
      <p:sp>
        <p:nvSpPr>
          <p:cNvPr id="8" name="Shape 14">
            <a:extLst>
              <a:ext uri="{FF2B5EF4-FFF2-40B4-BE49-F238E27FC236}">
                <a16:creationId xmlns:a16="http://schemas.microsoft.com/office/drawing/2014/main" id="{2407784B-51F6-DA83-8D79-F903AD8B6600}"/>
              </a:ext>
            </a:extLst>
          </p:cNvPr>
          <p:cNvSpPr/>
          <p:nvPr/>
        </p:nvSpPr>
        <p:spPr>
          <a:xfrm>
            <a:off x="4480299" y="3971012"/>
            <a:ext cx="159092" cy="1131340"/>
          </a:xfrm>
          <a:prstGeom prst="rect">
            <a:avLst/>
          </a:prstGeom>
          <a:solidFill>
            <a:srgbClr val="00A896"/>
          </a:solidFill>
          <a:ln w="12700">
            <a:solidFill>
              <a:srgbClr val="00A896"/>
            </a:solidFill>
            <a:prstDash val="solid"/>
          </a:ln>
        </p:spPr>
        <p:txBody>
          <a:bodyPr/>
          <a:lstStyle/>
          <a:p>
            <a:endParaRPr lang="en-US"/>
          </a:p>
        </p:txBody>
      </p:sp>
      <p:sp>
        <p:nvSpPr>
          <p:cNvPr id="11" name="Text 15">
            <a:extLst>
              <a:ext uri="{FF2B5EF4-FFF2-40B4-BE49-F238E27FC236}">
                <a16:creationId xmlns:a16="http://schemas.microsoft.com/office/drawing/2014/main" id="{364BA9BC-378A-BE31-F05E-FE712A15B448}"/>
              </a:ext>
            </a:extLst>
          </p:cNvPr>
          <p:cNvSpPr/>
          <p:nvPr/>
        </p:nvSpPr>
        <p:spPr>
          <a:xfrm>
            <a:off x="4670246" y="4044285"/>
            <a:ext cx="3983168" cy="308547"/>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Default Forecast</a:t>
            </a:r>
            <a:endParaRPr lang="en-US" sz="1200" dirty="0"/>
          </a:p>
        </p:txBody>
      </p:sp>
      <p:sp>
        <p:nvSpPr>
          <p:cNvPr id="12" name="Text 16">
            <a:extLst>
              <a:ext uri="{FF2B5EF4-FFF2-40B4-BE49-F238E27FC236}">
                <a16:creationId xmlns:a16="http://schemas.microsoft.com/office/drawing/2014/main" id="{F4F8141D-019B-6C08-CB93-670FCB6141B8}"/>
              </a:ext>
            </a:extLst>
          </p:cNvPr>
          <p:cNvSpPr/>
          <p:nvPr/>
        </p:nvSpPr>
        <p:spPr>
          <a:xfrm>
            <a:off x="4670246" y="4278885"/>
            <a:ext cx="3924592" cy="617094"/>
          </a:xfrm>
          <a:prstGeom prst="rect">
            <a:avLst/>
          </a:prstGeom>
          <a:noFill/>
          <a:ln/>
        </p:spPr>
        <p:txBody>
          <a:bodyPr wrap="square" rtlCol="0" anchor="t"/>
          <a:lstStyle/>
          <a:p>
            <a:r>
              <a:rPr lang="en-US" sz="1100" dirty="0">
                <a:latin typeface="Book Antiqua" panose="02040602050305030304" pitchFamily="18" charset="0"/>
                <a:ea typeface="Calibri" pitchFamily="34" charset="-122"/>
                <a:cs typeface="Calibri" pitchFamily="34" charset="-120"/>
              </a:rPr>
              <a:t>Forecast Length – 12 points</a:t>
            </a:r>
          </a:p>
          <a:p>
            <a:r>
              <a:rPr lang="en-US" sz="1100" dirty="0">
                <a:latin typeface="Book Antiqua" panose="02040602050305030304" pitchFamily="18" charset="0"/>
                <a:ea typeface="Calibri" pitchFamily="34" charset="-122"/>
                <a:cs typeface="Calibri" pitchFamily="34" charset="-120"/>
              </a:rPr>
              <a:t>Ignore Last – 0 points </a:t>
            </a:r>
          </a:p>
          <a:p>
            <a:r>
              <a:rPr lang="en-US" sz="1100" dirty="0">
                <a:latin typeface="Book Antiqua" panose="02040602050305030304" pitchFamily="18" charset="0"/>
                <a:ea typeface="Calibri" pitchFamily="34" charset="-122"/>
                <a:cs typeface="Calibri" pitchFamily="34" charset="-120"/>
              </a:rPr>
              <a:t>Confidence Interval – 95 %</a:t>
            </a:r>
          </a:p>
          <a:p>
            <a:endParaRPr lang="en-US" sz="1100" dirty="0">
              <a:latin typeface="Book Antiqua" panose="02040602050305030304" pitchFamily="18" charset="0"/>
            </a:endParaRPr>
          </a:p>
        </p:txBody>
      </p:sp>
    </p:spTree>
    <p:extLst>
      <p:ext uri="{BB962C8B-B14F-4D97-AF65-F5344CB8AC3E}">
        <p14:creationId xmlns:p14="http://schemas.microsoft.com/office/powerpoint/2010/main" val="724555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DDABA7C7-460F-875C-1FF9-87EB2EC7893B}"/>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8D66D930-FE74-5BB8-1754-939F7011FFB1}"/>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9593B640-E946-F618-3671-8D74D0E319F0}"/>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82B39377-291D-093D-11C9-CD017C411ACB}"/>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Part 1 – Forecasting|  Lab 4</a:t>
            </a:r>
            <a:endParaRPr lang="en-US" sz="2000" dirty="0">
              <a:latin typeface="Bodoni MT" panose="02070603080606020203" pitchFamily="18" charset="0"/>
            </a:endParaRPr>
          </a:p>
        </p:txBody>
      </p:sp>
      <p:sp>
        <p:nvSpPr>
          <p:cNvPr id="5" name="Text 3">
            <a:extLst>
              <a:ext uri="{FF2B5EF4-FFF2-40B4-BE49-F238E27FC236}">
                <a16:creationId xmlns:a16="http://schemas.microsoft.com/office/drawing/2014/main" id="{8ACDB189-6EA8-B76B-EA73-DA9E4A25085B}"/>
              </a:ext>
            </a:extLst>
          </p:cNvPr>
          <p:cNvSpPr/>
          <p:nvPr/>
        </p:nvSpPr>
        <p:spPr>
          <a:xfrm>
            <a:off x="365760" y="640080"/>
            <a:ext cx="8412480" cy="502920"/>
          </a:xfrm>
          <a:prstGeom prst="rect">
            <a:avLst/>
          </a:prstGeom>
          <a:noFill/>
          <a:ln/>
        </p:spPr>
        <p:txBody>
          <a:bodyPr wrap="square" rtlCol="0" anchor="ctr"/>
          <a:lstStyle/>
          <a:p>
            <a:pPr marL="0" indent="0">
              <a:buNone/>
            </a:pPr>
            <a:r>
              <a:rPr lang="en-US" sz="2600" b="1" dirty="0">
                <a:solidFill>
                  <a:srgbClr val="1B2A3E"/>
                </a:solidFill>
                <a:latin typeface="Book Antiqua" panose="02040602050305030304" pitchFamily="18" charset="0"/>
                <a:ea typeface="Calibri" pitchFamily="34" charset="-122"/>
                <a:cs typeface="Calibri" pitchFamily="34" charset="-120"/>
              </a:rPr>
              <a:t>Step 6: Configure Forecasting</a:t>
            </a:r>
            <a:endParaRPr lang="en-US" sz="2600" dirty="0">
              <a:latin typeface="Book Antiqua" panose="02040602050305030304" pitchFamily="18" charset="0"/>
            </a:endParaRPr>
          </a:p>
        </p:txBody>
      </p:sp>
      <p:sp>
        <p:nvSpPr>
          <p:cNvPr id="16" name="Shape 13">
            <a:extLst>
              <a:ext uri="{FF2B5EF4-FFF2-40B4-BE49-F238E27FC236}">
                <a16:creationId xmlns:a16="http://schemas.microsoft.com/office/drawing/2014/main" id="{B201396F-3C59-1CA6-98FD-4B910F699BB3}"/>
              </a:ext>
            </a:extLst>
          </p:cNvPr>
          <p:cNvSpPr/>
          <p:nvPr/>
        </p:nvSpPr>
        <p:spPr>
          <a:xfrm>
            <a:off x="365760" y="3971012"/>
            <a:ext cx="8591134" cy="1131340"/>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7" name="Shape 14">
            <a:extLst>
              <a:ext uri="{FF2B5EF4-FFF2-40B4-BE49-F238E27FC236}">
                <a16:creationId xmlns:a16="http://schemas.microsoft.com/office/drawing/2014/main" id="{FDB0323D-311C-4869-5CC7-2EBC38AE8E0C}"/>
              </a:ext>
            </a:extLst>
          </p:cNvPr>
          <p:cNvSpPr/>
          <p:nvPr/>
        </p:nvSpPr>
        <p:spPr>
          <a:xfrm>
            <a:off x="365761" y="3971012"/>
            <a:ext cx="159092" cy="1131340"/>
          </a:xfrm>
          <a:prstGeom prst="rect">
            <a:avLst/>
          </a:prstGeom>
          <a:solidFill>
            <a:srgbClr val="00A896"/>
          </a:solidFill>
          <a:ln w="12700">
            <a:solidFill>
              <a:srgbClr val="00A896"/>
            </a:solidFill>
            <a:prstDash val="solid"/>
          </a:ln>
        </p:spPr>
        <p:txBody>
          <a:bodyPr/>
          <a:lstStyle/>
          <a:p>
            <a:endParaRPr lang="en-US"/>
          </a:p>
        </p:txBody>
      </p:sp>
      <p:sp>
        <p:nvSpPr>
          <p:cNvPr id="18" name="Text 15">
            <a:extLst>
              <a:ext uri="{FF2B5EF4-FFF2-40B4-BE49-F238E27FC236}">
                <a16:creationId xmlns:a16="http://schemas.microsoft.com/office/drawing/2014/main" id="{B288754A-FA65-29A8-C5AD-0C31EEAA67F0}"/>
              </a:ext>
            </a:extLst>
          </p:cNvPr>
          <p:cNvSpPr/>
          <p:nvPr/>
        </p:nvSpPr>
        <p:spPr>
          <a:xfrm>
            <a:off x="502921" y="4044164"/>
            <a:ext cx="8113848" cy="308547"/>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Add Forecast</a:t>
            </a:r>
            <a:endParaRPr lang="en-US" sz="1200" dirty="0"/>
          </a:p>
        </p:txBody>
      </p:sp>
      <p:sp>
        <p:nvSpPr>
          <p:cNvPr id="19" name="Text 16">
            <a:extLst>
              <a:ext uri="{FF2B5EF4-FFF2-40B4-BE49-F238E27FC236}">
                <a16:creationId xmlns:a16="http://schemas.microsoft.com/office/drawing/2014/main" id="{81C6AB43-4B52-54EF-DFBF-BD3FC998E28A}"/>
              </a:ext>
            </a:extLst>
          </p:cNvPr>
          <p:cNvSpPr/>
          <p:nvPr/>
        </p:nvSpPr>
        <p:spPr>
          <a:xfrm>
            <a:off x="502920" y="4278764"/>
            <a:ext cx="7994527" cy="617094"/>
          </a:xfrm>
          <a:prstGeom prst="rect">
            <a:avLst/>
          </a:prstGeom>
          <a:noFill/>
          <a:ln/>
        </p:spPr>
        <p:txBody>
          <a:bodyPr wrap="square" rtlCol="0" anchor="t"/>
          <a:lstStyle/>
          <a:p>
            <a:r>
              <a:rPr lang="en-US" sz="1100" dirty="0">
                <a:latin typeface="Book Antiqua" panose="02040602050305030304" pitchFamily="18" charset="0"/>
                <a:ea typeface="Calibri" pitchFamily="34" charset="-122"/>
                <a:cs typeface="Calibri" pitchFamily="34" charset="-120"/>
              </a:rPr>
              <a:t>1. Click the Analytics icon in Visualizations pane</a:t>
            </a:r>
            <a:endParaRPr lang="en-US" sz="1100" dirty="0">
              <a:latin typeface="Book Antiqua" panose="02040602050305030304" pitchFamily="18" charset="0"/>
            </a:endParaRPr>
          </a:p>
          <a:p>
            <a:r>
              <a:rPr lang="en-US" sz="1100" dirty="0">
                <a:latin typeface="Book Antiqua" panose="02040602050305030304" pitchFamily="18" charset="0"/>
                <a:ea typeface="Calibri" pitchFamily="34" charset="-122"/>
                <a:cs typeface="Calibri" pitchFamily="34" charset="-120"/>
              </a:rPr>
              <a:t>3. Expand ‘Forecasting'</a:t>
            </a:r>
            <a:endParaRPr lang="en-US" sz="1100" dirty="0">
              <a:latin typeface="Book Antiqua" panose="02040602050305030304" pitchFamily="18" charset="0"/>
            </a:endParaRPr>
          </a:p>
          <a:p>
            <a:r>
              <a:rPr lang="en-US" sz="1100" dirty="0">
                <a:latin typeface="Book Antiqua" panose="02040602050305030304" pitchFamily="18" charset="0"/>
                <a:ea typeface="Calibri" pitchFamily="34" charset="-122"/>
                <a:cs typeface="Calibri" pitchFamily="34" charset="-120"/>
              </a:rPr>
              <a:t>4. Click + on</a:t>
            </a:r>
            <a:endParaRPr lang="en-US" sz="1100" dirty="0">
              <a:latin typeface="Book Antiqua" panose="02040602050305030304" pitchFamily="18" charset="0"/>
            </a:endParaRPr>
          </a:p>
          <a:p>
            <a:pPr marL="0" indent="0">
              <a:buNone/>
            </a:pPr>
            <a:endParaRPr lang="en-US" sz="1100" dirty="0">
              <a:latin typeface="Book Antiqua" panose="02040602050305030304" pitchFamily="18" charset="0"/>
            </a:endParaRPr>
          </a:p>
        </p:txBody>
      </p:sp>
      <p:sp>
        <p:nvSpPr>
          <p:cNvPr id="8" name="Shape 14">
            <a:extLst>
              <a:ext uri="{FF2B5EF4-FFF2-40B4-BE49-F238E27FC236}">
                <a16:creationId xmlns:a16="http://schemas.microsoft.com/office/drawing/2014/main" id="{F7E970F2-A8F3-3437-81BD-25106F118306}"/>
              </a:ext>
            </a:extLst>
          </p:cNvPr>
          <p:cNvSpPr/>
          <p:nvPr/>
        </p:nvSpPr>
        <p:spPr>
          <a:xfrm>
            <a:off x="4480299" y="3971012"/>
            <a:ext cx="159092" cy="1131340"/>
          </a:xfrm>
          <a:prstGeom prst="rect">
            <a:avLst/>
          </a:prstGeom>
          <a:solidFill>
            <a:srgbClr val="00A896"/>
          </a:solidFill>
          <a:ln w="12700">
            <a:solidFill>
              <a:srgbClr val="00A896"/>
            </a:solidFill>
            <a:prstDash val="solid"/>
          </a:ln>
        </p:spPr>
        <p:txBody>
          <a:bodyPr/>
          <a:lstStyle/>
          <a:p>
            <a:endParaRPr lang="en-US"/>
          </a:p>
        </p:txBody>
      </p:sp>
      <p:sp>
        <p:nvSpPr>
          <p:cNvPr id="11" name="Text 15">
            <a:extLst>
              <a:ext uri="{FF2B5EF4-FFF2-40B4-BE49-F238E27FC236}">
                <a16:creationId xmlns:a16="http://schemas.microsoft.com/office/drawing/2014/main" id="{D1368C37-B91C-2ED1-96A0-0AA6AF3A59DA}"/>
              </a:ext>
            </a:extLst>
          </p:cNvPr>
          <p:cNvSpPr/>
          <p:nvPr/>
        </p:nvSpPr>
        <p:spPr>
          <a:xfrm>
            <a:off x="4670246" y="4044285"/>
            <a:ext cx="3983168" cy="308547"/>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Configure Forecast</a:t>
            </a:r>
            <a:endParaRPr lang="en-US" sz="1200" dirty="0"/>
          </a:p>
        </p:txBody>
      </p:sp>
      <p:sp>
        <p:nvSpPr>
          <p:cNvPr id="12" name="Text 16">
            <a:extLst>
              <a:ext uri="{FF2B5EF4-FFF2-40B4-BE49-F238E27FC236}">
                <a16:creationId xmlns:a16="http://schemas.microsoft.com/office/drawing/2014/main" id="{390CF2D5-D58F-6EA2-F1D2-DD07460B1404}"/>
              </a:ext>
            </a:extLst>
          </p:cNvPr>
          <p:cNvSpPr/>
          <p:nvPr/>
        </p:nvSpPr>
        <p:spPr>
          <a:xfrm>
            <a:off x="4670246" y="4278885"/>
            <a:ext cx="3924592" cy="617094"/>
          </a:xfrm>
          <a:prstGeom prst="rect">
            <a:avLst/>
          </a:prstGeom>
          <a:noFill/>
          <a:ln/>
        </p:spPr>
        <p:txBody>
          <a:bodyPr wrap="square" rtlCol="0" anchor="t"/>
          <a:lstStyle/>
          <a:p>
            <a:r>
              <a:rPr lang="en-US" sz="1100" dirty="0">
                <a:latin typeface="Book Antiqua" panose="02040602050305030304" pitchFamily="18" charset="0"/>
                <a:ea typeface="Calibri" pitchFamily="34" charset="-122"/>
                <a:cs typeface="Calibri" pitchFamily="34" charset="-120"/>
              </a:rPr>
              <a:t>Forecast Length – 12 points</a:t>
            </a:r>
          </a:p>
          <a:p>
            <a:r>
              <a:rPr lang="en-US" sz="1100" dirty="0">
                <a:latin typeface="Book Antiqua" panose="02040602050305030304" pitchFamily="18" charset="0"/>
                <a:ea typeface="Calibri" pitchFamily="34" charset="-122"/>
                <a:cs typeface="Calibri" pitchFamily="34" charset="-120"/>
              </a:rPr>
              <a:t>Ignore Last – 0 points </a:t>
            </a:r>
          </a:p>
          <a:p>
            <a:r>
              <a:rPr lang="en-US" sz="1100" dirty="0">
                <a:latin typeface="Book Antiqua" panose="02040602050305030304" pitchFamily="18" charset="0"/>
                <a:ea typeface="Calibri" pitchFamily="34" charset="-122"/>
                <a:cs typeface="Calibri" pitchFamily="34" charset="-120"/>
              </a:rPr>
              <a:t>Confidence Interval – 95 %</a:t>
            </a:r>
          </a:p>
          <a:p>
            <a:r>
              <a:rPr lang="en-US" sz="1100" dirty="0">
                <a:latin typeface="Book Antiqua" panose="02040602050305030304" pitchFamily="18" charset="0"/>
                <a:ea typeface="Calibri" pitchFamily="34" charset="-122"/>
                <a:cs typeface="Calibri" pitchFamily="34" charset="-120"/>
              </a:rPr>
              <a:t>Seasonality – 12 points</a:t>
            </a:r>
          </a:p>
          <a:p>
            <a:endParaRPr lang="en-US" sz="1100" dirty="0">
              <a:latin typeface="Book Antiqua" panose="02040602050305030304" pitchFamily="18" charset="0"/>
            </a:endParaRPr>
          </a:p>
        </p:txBody>
      </p:sp>
      <p:pic>
        <p:nvPicPr>
          <p:cNvPr id="2" name="Picture 1">
            <a:extLst>
              <a:ext uri="{FF2B5EF4-FFF2-40B4-BE49-F238E27FC236}">
                <a16:creationId xmlns:a16="http://schemas.microsoft.com/office/drawing/2014/main" id="{20261A85-13E2-C8A4-643A-0B59254F2262}"/>
              </a:ext>
            </a:extLst>
          </p:cNvPr>
          <p:cNvPicPr>
            <a:picLocks noChangeAspect="1"/>
          </p:cNvPicPr>
          <p:nvPr/>
        </p:nvPicPr>
        <p:blipFill>
          <a:blip r:embed="rId3"/>
          <a:srcRect t="1980" r="39085" b="16792"/>
          <a:stretch>
            <a:fillRect/>
          </a:stretch>
        </p:blipFill>
        <p:spPr>
          <a:xfrm>
            <a:off x="557894" y="1184734"/>
            <a:ext cx="7885066" cy="2611786"/>
          </a:xfrm>
          <a:prstGeom prst="rect">
            <a:avLst/>
          </a:prstGeom>
        </p:spPr>
      </p:pic>
    </p:spTree>
    <p:extLst>
      <p:ext uri="{BB962C8B-B14F-4D97-AF65-F5344CB8AC3E}">
        <p14:creationId xmlns:p14="http://schemas.microsoft.com/office/powerpoint/2010/main" val="1366138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53461A02-AC1E-C697-8F4E-C04043235AFB}"/>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D84BD010-66F6-FC2D-38EB-87824E8740DA}"/>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7773F30A-472E-A7A4-38C9-06ECFC8C7FF7}"/>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E041BB24-3467-08FC-E228-F1D3089046D4}"/>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Part 1 – Forecasting|  Lab 4</a:t>
            </a:r>
            <a:endParaRPr lang="en-US" sz="2000" dirty="0">
              <a:latin typeface="Bodoni MT" panose="02070603080606020203" pitchFamily="18" charset="0"/>
            </a:endParaRPr>
          </a:p>
        </p:txBody>
      </p:sp>
      <p:sp>
        <p:nvSpPr>
          <p:cNvPr id="5" name="Text 3">
            <a:extLst>
              <a:ext uri="{FF2B5EF4-FFF2-40B4-BE49-F238E27FC236}">
                <a16:creationId xmlns:a16="http://schemas.microsoft.com/office/drawing/2014/main" id="{3D2C3D10-39A1-8AC7-4E33-DB1131934A7B}"/>
              </a:ext>
            </a:extLst>
          </p:cNvPr>
          <p:cNvSpPr/>
          <p:nvPr/>
        </p:nvSpPr>
        <p:spPr>
          <a:xfrm>
            <a:off x="365760" y="640080"/>
            <a:ext cx="8412480" cy="502920"/>
          </a:xfrm>
          <a:prstGeom prst="rect">
            <a:avLst/>
          </a:prstGeom>
          <a:noFill/>
          <a:ln/>
        </p:spPr>
        <p:txBody>
          <a:bodyPr wrap="square" rtlCol="0" anchor="ctr"/>
          <a:lstStyle/>
          <a:p>
            <a:pPr marL="0" indent="0">
              <a:buNone/>
            </a:pPr>
            <a:r>
              <a:rPr lang="en-US" sz="2600" b="1" dirty="0">
                <a:solidFill>
                  <a:srgbClr val="1B2A3E"/>
                </a:solidFill>
                <a:latin typeface="Book Antiqua" panose="02040602050305030304" pitchFamily="18" charset="0"/>
                <a:ea typeface="Calibri" pitchFamily="34" charset="-122"/>
                <a:cs typeface="Calibri" pitchFamily="34" charset="-120"/>
              </a:rPr>
              <a:t>Step 7: Analyze the Forecast</a:t>
            </a:r>
            <a:endParaRPr lang="en-US" sz="2600" dirty="0">
              <a:latin typeface="Book Antiqua" panose="02040602050305030304" pitchFamily="18" charset="0"/>
            </a:endParaRPr>
          </a:p>
        </p:txBody>
      </p:sp>
      <p:sp>
        <p:nvSpPr>
          <p:cNvPr id="16" name="Shape 13">
            <a:extLst>
              <a:ext uri="{FF2B5EF4-FFF2-40B4-BE49-F238E27FC236}">
                <a16:creationId xmlns:a16="http://schemas.microsoft.com/office/drawing/2014/main" id="{EC5C3981-6A72-57C3-8776-F3555AB48488}"/>
              </a:ext>
            </a:extLst>
          </p:cNvPr>
          <p:cNvSpPr/>
          <p:nvPr/>
        </p:nvSpPr>
        <p:spPr>
          <a:xfrm>
            <a:off x="365760" y="2963636"/>
            <a:ext cx="8591134" cy="2138716"/>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7" name="Shape 14">
            <a:extLst>
              <a:ext uri="{FF2B5EF4-FFF2-40B4-BE49-F238E27FC236}">
                <a16:creationId xmlns:a16="http://schemas.microsoft.com/office/drawing/2014/main" id="{09DB3B76-8C9D-0572-FD29-B90CC6401437}"/>
              </a:ext>
            </a:extLst>
          </p:cNvPr>
          <p:cNvSpPr/>
          <p:nvPr/>
        </p:nvSpPr>
        <p:spPr>
          <a:xfrm>
            <a:off x="365761" y="2963636"/>
            <a:ext cx="159092" cy="2138716"/>
          </a:xfrm>
          <a:prstGeom prst="rect">
            <a:avLst/>
          </a:prstGeom>
          <a:solidFill>
            <a:srgbClr val="00A896"/>
          </a:solidFill>
          <a:ln w="12700">
            <a:solidFill>
              <a:srgbClr val="00A896"/>
            </a:solidFill>
            <a:prstDash val="solid"/>
          </a:ln>
        </p:spPr>
        <p:txBody>
          <a:bodyPr/>
          <a:lstStyle/>
          <a:p>
            <a:endParaRPr lang="en-US"/>
          </a:p>
        </p:txBody>
      </p:sp>
      <p:sp>
        <p:nvSpPr>
          <p:cNvPr id="18" name="Text 15">
            <a:extLst>
              <a:ext uri="{FF2B5EF4-FFF2-40B4-BE49-F238E27FC236}">
                <a16:creationId xmlns:a16="http://schemas.microsoft.com/office/drawing/2014/main" id="{AF610975-8EA7-3F8B-7E91-88063DE97BFC}"/>
              </a:ext>
            </a:extLst>
          </p:cNvPr>
          <p:cNvSpPr/>
          <p:nvPr/>
        </p:nvSpPr>
        <p:spPr>
          <a:xfrm>
            <a:off x="531136" y="2816678"/>
            <a:ext cx="8113848" cy="690164"/>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Analyzation</a:t>
            </a:r>
            <a:endParaRPr lang="en-US" sz="1200" dirty="0"/>
          </a:p>
        </p:txBody>
      </p:sp>
      <p:sp>
        <p:nvSpPr>
          <p:cNvPr id="19" name="Text 16">
            <a:extLst>
              <a:ext uri="{FF2B5EF4-FFF2-40B4-BE49-F238E27FC236}">
                <a16:creationId xmlns:a16="http://schemas.microsoft.com/office/drawing/2014/main" id="{C077E7DC-6743-BF19-AD52-7241D3488F7D}"/>
              </a:ext>
            </a:extLst>
          </p:cNvPr>
          <p:cNvSpPr/>
          <p:nvPr/>
        </p:nvSpPr>
        <p:spPr>
          <a:xfrm>
            <a:off x="618337" y="3264057"/>
            <a:ext cx="8113848" cy="1838295"/>
          </a:xfrm>
          <a:prstGeom prst="rect">
            <a:avLst/>
          </a:prstGeom>
          <a:noFill/>
          <a:ln/>
        </p:spPr>
        <p:txBody>
          <a:bodyPr wrap="square" rtlCol="0" anchor="t"/>
          <a:lstStyle/>
          <a:p>
            <a:r>
              <a:rPr lang="en-US" sz="1200" b="1" dirty="0">
                <a:latin typeface="Book Antiqua" panose="02040602050305030304" pitchFamily="18" charset="0"/>
              </a:rPr>
              <a:t>Trend</a:t>
            </a:r>
            <a:br>
              <a:rPr lang="en-US" sz="1200" dirty="0">
                <a:latin typeface="Book Antiqua" panose="02040602050305030304" pitchFamily="18" charset="0"/>
              </a:rPr>
            </a:br>
            <a:r>
              <a:rPr lang="en-US" sz="1200" dirty="0">
                <a:latin typeface="Book Antiqua" panose="02040602050305030304" pitchFamily="18" charset="0"/>
              </a:rPr>
              <a:t>Tourism figures rose steadily from around 2.8 million in 2012 to 4.6 million in 2019, indicating consistent annual growth captured by the model.</a:t>
            </a:r>
          </a:p>
          <a:p>
            <a:r>
              <a:rPr lang="en-US" sz="1200" b="1" dirty="0">
                <a:latin typeface="Book Antiqua" panose="02040602050305030304" pitchFamily="18" charset="0"/>
              </a:rPr>
              <a:t>Seasonality</a:t>
            </a:r>
            <a:br>
              <a:rPr lang="en-US" sz="1200" dirty="0">
                <a:latin typeface="Book Antiqua" panose="02040602050305030304" pitchFamily="18" charset="0"/>
              </a:rPr>
            </a:br>
            <a:r>
              <a:rPr lang="en-US" sz="1200" dirty="0">
                <a:latin typeface="Book Antiqua" panose="02040602050305030304" pitchFamily="18" charset="0"/>
              </a:rPr>
              <a:t>The model shows clear seasonal patterns, with peaks in July–August and declines in January–February each year, confirming a 12-month cycle.</a:t>
            </a:r>
          </a:p>
          <a:p>
            <a:r>
              <a:rPr lang="en-US" sz="1200" b="1" dirty="0">
                <a:latin typeface="Book Antiqua" panose="02040602050305030304" pitchFamily="18" charset="0"/>
              </a:rPr>
              <a:t>Confidence Interval</a:t>
            </a:r>
            <a:br>
              <a:rPr lang="en-US" sz="1200" dirty="0">
                <a:latin typeface="Book Antiqua" panose="02040602050305030304" pitchFamily="18" charset="0"/>
              </a:rPr>
            </a:br>
            <a:r>
              <a:rPr lang="en-US" sz="1200" dirty="0">
                <a:latin typeface="Book Antiqua" panose="02040602050305030304" pitchFamily="18" charset="0"/>
              </a:rPr>
              <a:t>The narrow shaded band at the 95% confidence interval suggests strong reliability, as consistent historical data leads to stable and dependable forecasts.</a:t>
            </a:r>
          </a:p>
          <a:p>
            <a:pPr marL="0" indent="0">
              <a:buNone/>
            </a:pPr>
            <a:endParaRPr lang="en-US" sz="1200" dirty="0">
              <a:latin typeface="Book Antiqua" panose="02040602050305030304" pitchFamily="18" charset="0"/>
            </a:endParaRPr>
          </a:p>
        </p:txBody>
      </p:sp>
      <p:pic>
        <p:nvPicPr>
          <p:cNvPr id="2" name="Picture 1">
            <a:extLst>
              <a:ext uri="{FF2B5EF4-FFF2-40B4-BE49-F238E27FC236}">
                <a16:creationId xmlns:a16="http://schemas.microsoft.com/office/drawing/2014/main" id="{8A62D7FF-0DBD-537F-B93D-CF24AECD4E70}"/>
              </a:ext>
            </a:extLst>
          </p:cNvPr>
          <p:cNvPicPr>
            <a:picLocks noChangeAspect="1"/>
          </p:cNvPicPr>
          <p:nvPr/>
        </p:nvPicPr>
        <p:blipFill>
          <a:blip r:embed="rId3"/>
          <a:srcRect t="1980" r="39085" b="16792"/>
          <a:stretch>
            <a:fillRect/>
          </a:stretch>
        </p:blipFill>
        <p:spPr>
          <a:xfrm>
            <a:off x="557895" y="1184735"/>
            <a:ext cx="8054970" cy="1656436"/>
          </a:xfrm>
          <a:prstGeom prst="rect">
            <a:avLst/>
          </a:prstGeom>
        </p:spPr>
      </p:pic>
    </p:spTree>
    <p:extLst>
      <p:ext uri="{BB962C8B-B14F-4D97-AF65-F5344CB8AC3E}">
        <p14:creationId xmlns:p14="http://schemas.microsoft.com/office/powerpoint/2010/main" val="549542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6F9C0-516F-38BD-581E-6201BFCBB3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FCFA31-BCC2-79C6-5BDD-A0B5CF9A716C}"/>
              </a:ext>
            </a:extLst>
          </p:cNvPr>
          <p:cNvSpPr/>
          <p:nvPr/>
        </p:nvSpPr>
        <p:spPr>
          <a:xfrm>
            <a:off x="0" y="0"/>
            <a:ext cx="9144000" cy="5143500"/>
          </a:xfrm>
          <a:prstGeom prst="rect">
            <a:avLst/>
          </a:prstGeom>
          <a:solidFill>
            <a:schemeClr val="bg1"/>
          </a:solidFill>
          <a:ln w="12700">
            <a:solidFill>
              <a:srgbClr val="0D1B2A"/>
            </a:solidFill>
            <a:prstDash val="solid"/>
          </a:ln>
        </p:spPr>
        <p:txBody>
          <a:bodyPr/>
          <a:lstStyle/>
          <a:p>
            <a:endParaRPr lang="en-US"/>
          </a:p>
        </p:txBody>
      </p:sp>
      <p:sp>
        <p:nvSpPr>
          <p:cNvPr id="3" name="Shape 1">
            <a:extLst>
              <a:ext uri="{FF2B5EF4-FFF2-40B4-BE49-F238E27FC236}">
                <a16:creationId xmlns:a16="http://schemas.microsoft.com/office/drawing/2014/main" id="{289AEB73-78B7-AFD7-D4D6-2AB1B63E2CD7}"/>
              </a:ext>
            </a:extLst>
          </p:cNvPr>
          <p:cNvSpPr/>
          <p:nvPr/>
        </p:nvSpPr>
        <p:spPr>
          <a:xfrm>
            <a:off x="0" y="2764754"/>
            <a:ext cx="9144000" cy="54864"/>
          </a:xfrm>
          <a:prstGeom prst="rect">
            <a:avLst/>
          </a:prstGeom>
          <a:solidFill>
            <a:srgbClr val="00A896"/>
          </a:solidFill>
          <a:ln w="12700">
            <a:solidFill>
              <a:srgbClr val="00A896"/>
            </a:solidFill>
            <a:prstDash val="solid"/>
          </a:ln>
        </p:spPr>
        <p:txBody>
          <a:bodyPr/>
          <a:lstStyle/>
          <a:p>
            <a:endParaRPr lang="en-US"/>
          </a:p>
        </p:txBody>
      </p:sp>
      <p:sp>
        <p:nvSpPr>
          <p:cNvPr id="4" name="Text 2">
            <a:extLst>
              <a:ext uri="{FF2B5EF4-FFF2-40B4-BE49-F238E27FC236}">
                <a16:creationId xmlns:a16="http://schemas.microsoft.com/office/drawing/2014/main" id="{68E71BE4-392A-E74B-9CB5-FC620F64D743}"/>
              </a:ext>
            </a:extLst>
          </p:cNvPr>
          <p:cNvSpPr/>
          <p:nvPr/>
        </p:nvSpPr>
        <p:spPr>
          <a:xfrm>
            <a:off x="914400" y="1392500"/>
            <a:ext cx="7315200" cy="731520"/>
          </a:xfrm>
          <a:prstGeom prst="rect">
            <a:avLst/>
          </a:prstGeom>
          <a:noFill/>
          <a:ln/>
        </p:spPr>
        <p:txBody>
          <a:bodyPr wrap="square" rtlCol="0" anchor="ctr"/>
          <a:lstStyle/>
          <a:p>
            <a:pPr marL="0" indent="0" algn="ctr">
              <a:buNone/>
            </a:pPr>
            <a:r>
              <a:rPr lang="en-US" sz="4800" b="1" kern="0" spc="800" dirty="0">
                <a:latin typeface="Calibri" pitchFamily="34" charset="0"/>
                <a:ea typeface="Calibri" pitchFamily="34" charset="-122"/>
                <a:cs typeface="Calibri" pitchFamily="34" charset="-120"/>
              </a:rPr>
              <a:t>P A R T  2</a:t>
            </a:r>
            <a:endParaRPr lang="en-US" sz="4800" dirty="0"/>
          </a:p>
        </p:txBody>
      </p:sp>
      <p:sp>
        <p:nvSpPr>
          <p:cNvPr id="5" name="Text 3">
            <a:extLst>
              <a:ext uri="{FF2B5EF4-FFF2-40B4-BE49-F238E27FC236}">
                <a16:creationId xmlns:a16="http://schemas.microsoft.com/office/drawing/2014/main" id="{47D6FE38-2E8E-966E-4E3F-5E44F7D60EFD}"/>
              </a:ext>
            </a:extLst>
          </p:cNvPr>
          <p:cNvSpPr/>
          <p:nvPr/>
        </p:nvSpPr>
        <p:spPr>
          <a:xfrm>
            <a:off x="914400" y="2194560"/>
            <a:ext cx="7315200" cy="502920"/>
          </a:xfrm>
          <a:prstGeom prst="rect">
            <a:avLst/>
          </a:prstGeom>
          <a:noFill/>
          <a:ln/>
        </p:spPr>
        <p:txBody>
          <a:bodyPr wrap="square" rtlCol="0" anchor="ctr"/>
          <a:lstStyle/>
          <a:p>
            <a:pPr marL="0" indent="0" algn="ctr">
              <a:buNone/>
            </a:pPr>
            <a:r>
              <a:rPr lang="en-US" sz="2400" dirty="0">
                <a:solidFill>
                  <a:schemeClr val="accent6">
                    <a:lumMod val="50000"/>
                  </a:schemeClr>
                </a:solidFill>
                <a:latin typeface="Calibri" pitchFamily="34" charset="0"/>
                <a:ea typeface="Calibri" pitchFamily="34" charset="-122"/>
                <a:cs typeface="Calibri" pitchFamily="34" charset="-120"/>
              </a:rPr>
              <a:t>Forecasting with Imperfect Data </a:t>
            </a:r>
            <a:endParaRPr lang="en-US" sz="2400" dirty="0">
              <a:solidFill>
                <a:schemeClr val="accent6">
                  <a:lumMod val="50000"/>
                </a:schemeClr>
              </a:solidFill>
            </a:endParaRPr>
          </a:p>
        </p:txBody>
      </p:sp>
      <p:sp>
        <p:nvSpPr>
          <p:cNvPr id="7" name="Shape 0">
            <a:extLst>
              <a:ext uri="{FF2B5EF4-FFF2-40B4-BE49-F238E27FC236}">
                <a16:creationId xmlns:a16="http://schemas.microsoft.com/office/drawing/2014/main" id="{B32A0616-293F-BD70-D68C-15D434FE4107}"/>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a:p>
        </p:txBody>
      </p:sp>
      <p:sp>
        <p:nvSpPr>
          <p:cNvPr id="8" name="Shape 0">
            <a:extLst>
              <a:ext uri="{FF2B5EF4-FFF2-40B4-BE49-F238E27FC236}">
                <a16:creationId xmlns:a16="http://schemas.microsoft.com/office/drawing/2014/main" id="{7437C501-0336-CBA1-0CE0-8CF2B2F4E325}"/>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9" name="Text 1">
            <a:extLst>
              <a:ext uri="{FF2B5EF4-FFF2-40B4-BE49-F238E27FC236}">
                <a16:creationId xmlns:a16="http://schemas.microsoft.com/office/drawing/2014/main" id="{26FC1548-4613-B62F-A9DA-FCE3A19EC63F}"/>
              </a:ext>
            </a:extLst>
          </p:cNvPr>
          <p:cNvSpPr/>
          <p:nvPr/>
        </p:nvSpPr>
        <p:spPr>
          <a:xfrm>
            <a:off x="146957" y="91440"/>
            <a:ext cx="8356963" cy="382089"/>
          </a:xfrm>
          <a:prstGeom prst="rect">
            <a:avLst/>
          </a:prstGeom>
          <a:noFill/>
          <a:ln/>
        </p:spPr>
        <p:txBody>
          <a:bodyPr wrap="square" rtlCol="0" anchor="ctr"/>
          <a:lstStyle/>
          <a:p>
            <a:pPr marL="0" indent="0">
              <a:buNone/>
            </a:pPr>
            <a:r>
              <a:rPr lang="en-US" sz="1600" b="1" dirty="0">
                <a:solidFill>
                  <a:schemeClr val="bg1"/>
                </a:solidFill>
                <a:latin typeface="Calibri" pitchFamily="34" charset="0"/>
                <a:ea typeface="Calibri" pitchFamily="34" charset="-122"/>
                <a:cs typeface="Calibri" pitchFamily="34" charset="-120"/>
              </a:rPr>
              <a:t>IS 107 – Business Intelligence</a:t>
            </a:r>
            <a:endParaRPr lang="en-US" sz="1600" dirty="0">
              <a:solidFill>
                <a:schemeClr val="bg1"/>
              </a:solidFill>
            </a:endParaRPr>
          </a:p>
        </p:txBody>
      </p:sp>
    </p:spTree>
    <p:extLst>
      <p:ext uri="{BB962C8B-B14F-4D97-AF65-F5344CB8AC3E}">
        <p14:creationId xmlns:p14="http://schemas.microsoft.com/office/powerpoint/2010/main" val="3044295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F0DF6-E304-CF37-22B5-C4EC7525F8F8}"/>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A1D1E46B-3002-68B7-C31F-72B1171F07BB}"/>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3" name="Text 1">
            <a:extLst>
              <a:ext uri="{FF2B5EF4-FFF2-40B4-BE49-F238E27FC236}">
                <a16:creationId xmlns:a16="http://schemas.microsoft.com/office/drawing/2014/main" id="{15E1B88F-9190-71B1-0424-7C947710360B}"/>
              </a:ext>
            </a:extLst>
          </p:cNvPr>
          <p:cNvSpPr/>
          <p:nvPr/>
        </p:nvSpPr>
        <p:spPr>
          <a:xfrm>
            <a:off x="290648" y="144672"/>
            <a:ext cx="8229600" cy="201168"/>
          </a:xfrm>
          <a:prstGeom prst="rect">
            <a:avLst/>
          </a:prstGeom>
          <a:noFill/>
          <a:ln/>
        </p:spPr>
        <p:txBody>
          <a:bodyPr wrap="square" rtlCol="0" anchor="ctr"/>
          <a:lstStyle/>
          <a:p>
            <a:pPr marL="0" indent="0">
              <a:buNone/>
            </a:pPr>
            <a:r>
              <a:rPr lang="en-US" sz="2000" b="1" dirty="0">
                <a:latin typeface="Bodoni MT" panose="02070603080606020203" pitchFamily="18" charset="0"/>
                <a:ea typeface="Calibri" pitchFamily="34" charset="-122"/>
                <a:cs typeface="Calibri" pitchFamily="34" charset="-120"/>
              </a:rPr>
              <a:t>Part 2 – Imperfect Data Overview |  Lab 4</a:t>
            </a:r>
            <a:endParaRPr lang="en-US" sz="2000" dirty="0">
              <a:latin typeface="Bodoni MT" panose="02070603080606020203" pitchFamily="18" charset="0"/>
            </a:endParaRPr>
          </a:p>
        </p:txBody>
      </p:sp>
      <p:sp>
        <p:nvSpPr>
          <p:cNvPr id="5" name="Text 3">
            <a:extLst>
              <a:ext uri="{FF2B5EF4-FFF2-40B4-BE49-F238E27FC236}">
                <a16:creationId xmlns:a16="http://schemas.microsoft.com/office/drawing/2014/main" id="{A125FE25-8FF4-A747-661D-8E6F68CD2F94}"/>
              </a:ext>
            </a:extLst>
          </p:cNvPr>
          <p:cNvSpPr/>
          <p:nvPr/>
        </p:nvSpPr>
        <p:spPr>
          <a:xfrm>
            <a:off x="365760" y="640080"/>
            <a:ext cx="8412480" cy="502920"/>
          </a:xfrm>
          <a:prstGeom prst="rect">
            <a:avLst/>
          </a:prstGeom>
          <a:noFill/>
          <a:ln/>
        </p:spPr>
        <p:txBody>
          <a:bodyPr wrap="square" rtlCol="0" anchor="ctr"/>
          <a:lstStyle/>
          <a:p>
            <a:pPr marL="0" indent="0">
              <a:buNone/>
            </a:pPr>
            <a:r>
              <a:rPr lang="en-US" sz="2600" b="1" dirty="0">
                <a:solidFill>
                  <a:srgbClr val="1B2A3E"/>
                </a:solidFill>
                <a:latin typeface="Book Antiqua" panose="02040602050305030304" pitchFamily="18" charset="0"/>
                <a:ea typeface="Calibri" pitchFamily="34" charset="-122"/>
                <a:cs typeface="Calibri" pitchFamily="34" charset="-120"/>
              </a:rPr>
              <a:t>Import Data and Create Line Chart</a:t>
            </a:r>
            <a:endParaRPr lang="en-US" sz="2600" dirty="0">
              <a:latin typeface="Book Antiqua" panose="02040602050305030304" pitchFamily="18" charset="0"/>
            </a:endParaRPr>
          </a:p>
        </p:txBody>
      </p:sp>
      <p:sp>
        <p:nvSpPr>
          <p:cNvPr id="22" name="Shape 0">
            <a:extLst>
              <a:ext uri="{FF2B5EF4-FFF2-40B4-BE49-F238E27FC236}">
                <a16:creationId xmlns:a16="http://schemas.microsoft.com/office/drawing/2014/main" id="{25BE4035-25FF-447F-B903-E8CE66F25EC8}"/>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23" name="Text 1">
            <a:extLst>
              <a:ext uri="{FF2B5EF4-FFF2-40B4-BE49-F238E27FC236}">
                <a16:creationId xmlns:a16="http://schemas.microsoft.com/office/drawing/2014/main" id="{9D7DCAA4-BEC2-5310-D4CF-94E764E2A4EE}"/>
              </a:ext>
            </a:extLst>
          </p:cNvPr>
          <p:cNvSpPr/>
          <p:nvPr/>
        </p:nvSpPr>
        <p:spPr>
          <a:xfrm>
            <a:off x="146957" y="91440"/>
            <a:ext cx="8356963" cy="382089"/>
          </a:xfrm>
          <a:prstGeom prst="rect">
            <a:avLst/>
          </a:prstGeom>
          <a:noFill/>
          <a:ln/>
        </p:spPr>
        <p:txBody>
          <a:bodyPr wrap="square" rtlCol="0" anchor="ctr"/>
          <a:lstStyle/>
          <a:p>
            <a:pPr marL="0" indent="0">
              <a:buNone/>
            </a:pPr>
            <a:endParaRPr lang="en-US" sz="1600" dirty="0">
              <a:solidFill>
                <a:schemeClr val="bg1"/>
              </a:solidFill>
            </a:endParaRPr>
          </a:p>
        </p:txBody>
      </p:sp>
      <p:pic>
        <p:nvPicPr>
          <p:cNvPr id="2" name="Image 0" descr="/mnt/user-data/uploads/1773994815543_image.png">
            <a:extLst>
              <a:ext uri="{FF2B5EF4-FFF2-40B4-BE49-F238E27FC236}">
                <a16:creationId xmlns:a16="http://schemas.microsoft.com/office/drawing/2014/main" id="{E0082DFD-9DA7-4830-670E-B1F4CD92D0C1}"/>
              </a:ext>
            </a:extLst>
          </p:cNvPr>
          <p:cNvPicPr>
            <a:picLocks noChangeAspect="1"/>
          </p:cNvPicPr>
          <p:nvPr/>
        </p:nvPicPr>
        <p:blipFill>
          <a:blip r:embed="rId3"/>
          <a:srcRect l="5721" t="20483" r="50099" b="20389"/>
          <a:stretch>
            <a:fillRect/>
          </a:stretch>
        </p:blipFill>
        <p:spPr>
          <a:xfrm>
            <a:off x="596574" y="1234440"/>
            <a:ext cx="8299278" cy="2432630"/>
          </a:xfrm>
          <a:prstGeom prst="rect">
            <a:avLst/>
          </a:prstGeom>
        </p:spPr>
      </p:pic>
      <p:sp>
        <p:nvSpPr>
          <p:cNvPr id="4" name="Shape 13">
            <a:extLst>
              <a:ext uri="{FF2B5EF4-FFF2-40B4-BE49-F238E27FC236}">
                <a16:creationId xmlns:a16="http://schemas.microsoft.com/office/drawing/2014/main" id="{293919BB-D40E-B72D-2DDB-2D94439D8366}"/>
              </a:ext>
            </a:extLst>
          </p:cNvPr>
          <p:cNvSpPr/>
          <p:nvPr/>
        </p:nvSpPr>
        <p:spPr>
          <a:xfrm>
            <a:off x="365759" y="3563384"/>
            <a:ext cx="8623119" cy="1538968"/>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6" name="Shape 14">
            <a:extLst>
              <a:ext uri="{FF2B5EF4-FFF2-40B4-BE49-F238E27FC236}">
                <a16:creationId xmlns:a16="http://schemas.microsoft.com/office/drawing/2014/main" id="{1D3A118E-ABA8-34FF-F2EA-9496055DA8A5}"/>
              </a:ext>
            </a:extLst>
          </p:cNvPr>
          <p:cNvSpPr/>
          <p:nvPr/>
        </p:nvSpPr>
        <p:spPr>
          <a:xfrm>
            <a:off x="365761" y="3563384"/>
            <a:ext cx="158678" cy="1538968"/>
          </a:xfrm>
          <a:prstGeom prst="rect">
            <a:avLst/>
          </a:prstGeom>
          <a:solidFill>
            <a:srgbClr val="00A896"/>
          </a:solidFill>
          <a:ln w="12700">
            <a:solidFill>
              <a:srgbClr val="00A896"/>
            </a:solidFill>
            <a:prstDash val="solid"/>
          </a:ln>
        </p:spPr>
        <p:txBody>
          <a:bodyPr/>
          <a:lstStyle/>
          <a:p>
            <a:endParaRPr lang="en-US"/>
          </a:p>
        </p:txBody>
      </p:sp>
      <p:sp>
        <p:nvSpPr>
          <p:cNvPr id="16" name="Text 15">
            <a:extLst>
              <a:ext uri="{FF2B5EF4-FFF2-40B4-BE49-F238E27FC236}">
                <a16:creationId xmlns:a16="http://schemas.microsoft.com/office/drawing/2014/main" id="{186A43F7-7DE5-B06F-D9B6-A6F9D84A4923}"/>
              </a:ext>
            </a:extLst>
          </p:cNvPr>
          <p:cNvSpPr/>
          <p:nvPr/>
        </p:nvSpPr>
        <p:spPr>
          <a:xfrm>
            <a:off x="543901" y="3551464"/>
            <a:ext cx="8444977" cy="1592036"/>
          </a:xfrm>
          <a:prstGeom prst="rect">
            <a:avLst/>
          </a:prstGeom>
          <a:noFill/>
          <a:ln/>
        </p:spPr>
        <p:txBody>
          <a:bodyPr wrap="square" rtlCol="0" anchor="ctr"/>
          <a:lstStyle/>
          <a:p>
            <a:r>
              <a:rPr lang="en-US" sz="1300" dirty="0">
                <a:latin typeface="Book Antiqua" panose="02040602050305030304" pitchFamily="18" charset="0"/>
              </a:rPr>
              <a:t>The dataset used is </a:t>
            </a:r>
            <a:r>
              <a:rPr lang="en-US" sz="1300" b="1" dirty="0">
                <a:latin typeface="Book Antiqua" panose="02040602050305030304" pitchFamily="18" charset="0"/>
              </a:rPr>
              <a:t>tourism-data-modified.csv</a:t>
            </a:r>
            <a:r>
              <a:rPr lang="en-US" sz="1300" dirty="0">
                <a:latin typeface="Book Antiqua" panose="02040602050305030304" pitchFamily="18" charset="0"/>
              </a:rPr>
              <a:t>, covering the period from January 2012 to February 2024 with a total of 146 records. It includes 50 additional data points beyond the original dataset. A disruption caused by COVID-19 is simulated for the years 2020 to 2021, followed by a recovery trend from 2022 to 2024.</a:t>
            </a:r>
          </a:p>
          <a:p>
            <a:r>
              <a:rPr lang="en-US" sz="1300" dirty="0">
                <a:latin typeface="Book Antiqua" panose="02040602050305030304" pitchFamily="18" charset="0"/>
              </a:rPr>
              <a:t>Several phases can be observed in the data. From 2012 to 2019, tourism shows steady growth with regular seasonal patterns. In 2020, there is a sharp decline due to lockdowns. The year 2021 reflects a partial recovery, while the period from 2022 to 2024 shows a strong rebound, returning to pre-pandemic levels.</a:t>
            </a:r>
          </a:p>
        </p:txBody>
      </p:sp>
    </p:spTree>
    <p:extLst>
      <p:ext uri="{BB962C8B-B14F-4D97-AF65-F5344CB8AC3E}">
        <p14:creationId xmlns:p14="http://schemas.microsoft.com/office/powerpoint/2010/main" val="972296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FE0E8-CC63-A3E7-713E-C7078AAF5524}"/>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9FD3B3F4-5A6F-0C72-201E-13F63614E762}"/>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6291D435-933D-3A68-DA65-B337DF833CE2}"/>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434F5A97-1FB1-25AB-7AA1-FCA106D9DE05}"/>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Part 2 – Forecasting|  Lab 4</a:t>
            </a:r>
            <a:endParaRPr lang="en-US" sz="2000" dirty="0">
              <a:latin typeface="Bodoni MT" panose="02070603080606020203" pitchFamily="18" charset="0"/>
            </a:endParaRPr>
          </a:p>
        </p:txBody>
      </p:sp>
      <p:sp>
        <p:nvSpPr>
          <p:cNvPr id="5" name="Text 3">
            <a:extLst>
              <a:ext uri="{FF2B5EF4-FFF2-40B4-BE49-F238E27FC236}">
                <a16:creationId xmlns:a16="http://schemas.microsoft.com/office/drawing/2014/main" id="{44F7D7B6-6A5B-639D-9501-B4495732B21D}"/>
              </a:ext>
            </a:extLst>
          </p:cNvPr>
          <p:cNvSpPr/>
          <p:nvPr/>
        </p:nvSpPr>
        <p:spPr>
          <a:xfrm>
            <a:off x="365760" y="640080"/>
            <a:ext cx="8412480" cy="502920"/>
          </a:xfrm>
          <a:prstGeom prst="rect">
            <a:avLst/>
          </a:prstGeom>
          <a:noFill/>
          <a:ln/>
        </p:spPr>
        <p:txBody>
          <a:bodyPr wrap="square" rtlCol="0" anchor="ctr"/>
          <a:lstStyle/>
          <a:p>
            <a:r>
              <a:rPr lang="en-US" sz="2600" b="1" dirty="0">
                <a:solidFill>
                  <a:srgbClr val="1B2A3E"/>
                </a:solidFill>
                <a:latin typeface="Book Antiqua" panose="02040602050305030304" pitchFamily="18" charset="0"/>
                <a:ea typeface="Calibri" pitchFamily="34" charset="-122"/>
                <a:cs typeface="Calibri" pitchFamily="34" charset="-120"/>
              </a:rPr>
              <a:t>Baseline Forecast (Ignore last = 0, CI = 95%</a:t>
            </a:r>
            <a:endParaRPr lang="en-US" sz="2600" b="1" dirty="0">
              <a:latin typeface="Book Antiqua" panose="02040602050305030304" pitchFamily="18" charset="0"/>
            </a:endParaRPr>
          </a:p>
        </p:txBody>
      </p:sp>
      <p:sp>
        <p:nvSpPr>
          <p:cNvPr id="16" name="Shape 13">
            <a:extLst>
              <a:ext uri="{FF2B5EF4-FFF2-40B4-BE49-F238E27FC236}">
                <a16:creationId xmlns:a16="http://schemas.microsoft.com/office/drawing/2014/main" id="{25591F2E-2B66-5476-74CD-4A5D5D73A002}"/>
              </a:ext>
            </a:extLst>
          </p:cNvPr>
          <p:cNvSpPr/>
          <p:nvPr/>
        </p:nvSpPr>
        <p:spPr>
          <a:xfrm>
            <a:off x="365760" y="3722914"/>
            <a:ext cx="8591134" cy="1379438"/>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7" name="Shape 14">
            <a:extLst>
              <a:ext uri="{FF2B5EF4-FFF2-40B4-BE49-F238E27FC236}">
                <a16:creationId xmlns:a16="http://schemas.microsoft.com/office/drawing/2014/main" id="{EED1EAF9-7197-07AF-636D-4D55D35E8FC4}"/>
              </a:ext>
            </a:extLst>
          </p:cNvPr>
          <p:cNvSpPr/>
          <p:nvPr/>
        </p:nvSpPr>
        <p:spPr>
          <a:xfrm>
            <a:off x="365761" y="3722914"/>
            <a:ext cx="159092" cy="1379438"/>
          </a:xfrm>
          <a:prstGeom prst="rect">
            <a:avLst/>
          </a:prstGeom>
          <a:solidFill>
            <a:srgbClr val="00A896"/>
          </a:solidFill>
          <a:ln w="12700">
            <a:solidFill>
              <a:srgbClr val="00A896"/>
            </a:solidFill>
            <a:prstDash val="solid"/>
          </a:ln>
        </p:spPr>
        <p:txBody>
          <a:bodyPr/>
          <a:lstStyle/>
          <a:p>
            <a:endParaRPr lang="en-US"/>
          </a:p>
        </p:txBody>
      </p:sp>
      <p:sp>
        <p:nvSpPr>
          <p:cNvPr id="18" name="Text 15">
            <a:extLst>
              <a:ext uri="{FF2B5EF4-FFF2-40B4-BE49-F238E27FC236}">
                <a16:creationId xmlns:a16="http://schemas.microsoft.com/office/drawing/2014/main" id="{134BECD9-0CD0-F1BA-ABF4-A2A1D6F85DEC}"/>
              </a:ext>
            </a:extLst>
          </p:cNvPr>
          <p:cNvSpPr/>
          <p:nvPr/>
        </p:nvSpPr>
        <p:spPr>
          <a:xfrm>
            <a:off x="561497" y="3912795"/>
            <a:ext cx="3780599" cy="948460"/>
          </a:xfrm>
          <a:prstGeom prst="rect">
            <a:avLst/>
          </a:prstGeom>
          <a:noFill/>
          <a:ln/>
        </p:spPr>
        <p:txBody>
          <a:bodyPr wrap="square" rtlCol="0" anchor="ctr"/>
          <a:lstStyle/>
          <a:p>
            <a:r>
              <a:rPr lang="en-US" sz="1300" dirty="0">
                <a:latin typeface="Book Antiqua" panose="02040602050305030304" pitchFamily="18" charset="0"/>
              </a:rPr>
              <a:t>The forecast indicates that the recovery trend is expected to continue. The confidence interval is somewhat wider due to the impact of COVID-19 on the training data. Despite this, the model still projects ongoing seasonal growth.</a:t>
            </a:r>
          </a:p>
        </p:txBody>
      </p:sp>
      <p:sp>
        <p:nvSpPr>
          <p:cNvPr id="8" name="Shape 14">
            <a:extLst>
              <a:ext uri="{FF2B5EF4-FFF2-40B4-BE49-F238E27FC236}">
                <a16:creationId xmlns:a16="http://schemas.microsoft.com/office/drawing/2014/main" id="{691FF34E-2F36-5136-421D-9DDACE2CBD12}"/>
              </a:ext>
            </a:extLst>
          </p:cNvPr>
          <p:cNvSpPr/>
          <p:nvPr/>
        </p:nvSpPr>
        <p:spPr>
          <a:xfrm>
            <a:off x="4480299" y="3722914"/>
            <a:ext cx="159092" cy="1379438"/>
          </a:xfrm>
          <a:prstGeom prst="rect">
            <a:avLst/>
          </a:prstGeom>
          <a:solidFill>
            <a:srgbClr val="00A896"/>
          </a:solidFill>
          <a:ln w="12700">
            <a:solidFill>
              <a:srgbClr val="00A896"/>
            </a:solidFill>
            <a:prstDash val="solid"/>
          </a:ln>
        </p:spPr>
        <p:txBody>
          <a:bodyPr/>
          <a:lstStyle/>
          <a:p>
            <a:endParaRPr lang="en-US"/>
          </a:p>
        </p:txBody>
      </p:sp>
      <p:sp>
        <p:nvSpPr>
          <p:cNvPr id="11" name="Text 15">
            <a:extLst>
              <a:ext uri="{FF2B5EF4-FFF2-40B4-BE49-F238E27FC236}">
                <a16:creationId xmlns:a16="http://schemas.microsoft.com/office/drawing/2014/main" id="{FFFDFDCF-C7E9-E3F0-F9A9-23D5ECEEBCFF}"/>
              </a:ext>
            </a:extLst>
          </p:cNvPr>
          <p:cNvSpPr/>
          <p:nvPr/>
        </p:nvSpPr>
        <p:spPr>
          <a:xfrm>
            <a:off x="4657911" y="3758522"/>
            <a:ext cx="3983168" cy="308547"/>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Configure Forecast</a:t>
            </a:r>
            <a:endParaRPr lang="en-US" sz="1200" dirty="0"/>
          </a:p>
        </p:txBody>
      </p:sp>
      <p:sp>
        <p:nvSpPr>
          <p:cNvPr id="12" name="Text 16">
            <a:extLst>
              <a:ext uri="{FF2B5EF4-FFF2-40B4-BE49-F238E27FC236}">
                <a16:creationId xmlns:a16="http://schemas.microsoft.com/office/drawing/2014/main" id="{8163F06B-B3CA-1003-640A-3CC4F60462D9}"/>
              </a:ext>
            </a:extLst>
          </p:cNvPr>
          <p:cNvSpPr/>
          <p:nvPr/>
        </p:nvSpPr>
        <p:spPr>
          <a:xfrm>
            <a:off x="4657911" y="4125977"/>
            <a:ext cx="3924592" cy="617094"/>
          </a:xfrm>
          <a:prstGeom prst="rect">
            <a:avLst/>
          </a:prstGeom>
          <a:noFill/>
          <a:ln/>
        </p:spPr>
        <p:txBody>
          <a:bodyPr wrap="square" rtlCol="0" anchor="t"/>
          <a:lstStyle/>
          <a:p>
            <a:r>
              <a:rPr lang="en-US" sz="1100" dirty="0">
                <a:latin typeface="Book Antiqua" panose="02040602050305030304" pitchFamily="18" charset="0"/>
                <a:ea typeface="Calibri" pitchFamily="34" charset="-122"/>
                <a:cs typeface="Calibri" pitchFamily="34" charset="-120"/>
              </a:rPr>
              <a:t>Forecast Length – 12 points</a:t>
            </a:r>
          </a:p>
          <a:p>
            <a:r>
              <a:rPr lang="en-US" sz="1100" dirty="0">
                <a:latin typeface="Book Antiqua" panose="02040602050305030304" pitchFamily="18" charset="0"/>
                <a:ea typeface="Calibri" pitchFamily="34" charset="-122"/>
                <a:cs typeface="Calibri" pitchFamily="34" charset="-120"/>
              </a:rPr>
              <a:t>Ignore Last – </a:t>
            </a:r>
            <a:r>
              <a:rPr lang="en-US" sz="1400" b="1" dirty="0">
                <a:latin typeface="Book Antiqua" panose="02040602050305030304" pitchFamily="18" charset="0"/>
                <a:ea typeface="Calibri" pitchFamily="34" charset="-122"/>
                <a:cs typeface="Calibri" pitchFamily="34" charset="-120"/>
              </a:rPr>
              <a:t>6 points </a:t>
            </a:r>
            <a:endParaRPr lang="en-US" sz="1100" b="1" dirty="0">
              <a:latin typeface="Book Antiqua" panose="02040602050305030304" pitchFamily="18" charset="0"/>
              <a:ea typeface="Calibri" pitchFamily="34" charset="-122"/>
              <a:cs typeface="Calibri" pitchFamily="34" charset="-120"/>
            </a:endParaRPr>
          </a:p>
          <a:p>
            <a:r>
              <a:rPr lang="en-US" sz="1100" dirty="0">
                <a:latin typeface="Book Antiqua" panose="02040602050305030304" pitchFamily="18" charset="0"/>
                <a:ea typeface="Calibri" pitchFamily="34" charset="-122"/>
                <a:cs typeface="Calibri" pitchFamily="34" charset="-120"/>
              </a:rPr>
              <a:t>Confidence Interval – 95 %</a:t>
            </a:r>
          </a:p>
          <a:p>
            <a:r>
              <a:rPr lang="en-US" sz="1100" dirty="0">
                <a:latin typeface="Book Antiqua" panose="02040602050305030304" pitchFamily="18" charset="0"/>
                <a:ea typeface="Calibri" pitchFamily="34" charset="-122"/>
                <a:cs typeface="Calibri" pitchFamily="34" charset="-120"/>
              </a:rPr>
              <a:t>Seasonality – 12 points</a:t>
            </a:r>
          </a:p>
          <a:p>
            <a:endParaRPr lang="en-US" sz="1100" dirty="0">
              <a:latin typeface="Book Antiqua" panose="02040602050305030304" pitchFamily="18" charset="0"/>
            </a:endParaRPr>
          </a:p>
        </p:txBody>
      </p:sp>
      <p:pic>
        <p:nvPicPr>
          <p:cNvPr id="20" name="Image 0" descr="/mnt/user-data/uploads/1773995021852_image.png">
            <a:extLst>
              <a:ext uri="{FF2B5EF4-FFF2-40B4-BE49-F238E27FC236}">
                <a16:creationId xmlns:a16="http://schemas.microsoft.com/office/drawing/2014/main" id="{F1592EBA-A388-231E-D461-0DC48A69D11F}"/>
              </a:ext>
            </a:extLst>
          </p:cNvPr>
          <p:cNvPicPr>
            <a:picLocks noChangeAspect="1"/>
          </p:cNvPicPr>
          <p:nvPr/>
        </p:nvPicPr>
        <p:blipFill>
          <a:blip r:embed="rId3"/>
          <a:srcRect l="11367" t="11136" r="60038" b="31368"/>
          <a:stretch>
            <a:fillRect/>
          </a:stretch>
        </p:blipFill>
        <p:spPr>
          <a:xfrm>
            <a:off x="1158595" y="1143000"/>
            <a:ext cx="6998632" cy="2405386"/>
          </a:xfrm>
          <a:prstGeom prst="rect">
            <a:avLst/>
          </a:prstGeom>
        </p:spPr>
      </p:pic>
    </p:spTree>
    <p:extLst>
      <p:ext uri="{BB962C8B-B14F-4D97-AF65-F5344CB8AC3E}">
        <p14:creationId xmlns:p14="http://schemas.microsoft.com/office/powerpoint/2010/main" val="3609216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357F8-7BA4-A04E-3E17-6811B05A71F3}"/>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C150EDA8-BB72-7E8B-CA73-0EE354D9CAF5}"/>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249F30C0-479C-C10E-0B09-13CE94BA13EB}"/>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A41C28C8-E983-3AAF-AF4D-F6F23835B66F}"/>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Part 2 – Forecasting|  Lab 4</a:t>
            </a:r>
            <a:endParaRPr lang="en-US" sz="2000" dirty="0">
              <a:latin typeface="Bodoni MT" panose="02070603080606020203" pitchFamily="18" charset="0"/>
            </a:endParaRPr>
          </a:p>
        </p:txBody>
      </p:sp>
      <p:sp>
        <p:nvSpPr>
          <p:cNvPr id="5" name="Text 3">
            <a:extLst>
              <a:ext uri="{FF2B5EF4-FFF2-40B4-BE49-F238E27FC236}">
                <a16:creationId xmlns:a16="http://schemas.microsoft.com/office/drawing/2014/main" id="{FF6BB77C-3136-E3C6-A518-668F6E58B9A7}"/>
              </a:ext>
            </a:extLst>
          </p:cNvPr>
          <p:cNvSpPr/>
          <p:nvPr/>
        </p:nvSpPr>
        <p:spPr>
          <a:xfrm>
            <a:off x="365760" y="640080"/>
            <a:ext cx="8412480" cy="502920"/>
          </a:xfrm>
          <a:prstGeom prst="rect">
            <a:avLst/>
          </a:prstGeom>
          <a:noFill/>
          <a:ln/>
        </p:spPr>
        <p:txBody>
          <a:bodyPr wrap="square" rtlCol="0" anchor="ctr"/>
          <a:lstStyle/>
          <a:p>
            <a:r>
              <a:rPr lang="en-US" sz="2600" b="1" dirty="0">
                <a:solidFill>
                  <a:srgbClr val="1B2A3E"/>
                </a:solidFill>
                <a:latin typeface="Book Antiqua" panose="02040602050305030304" pitchFamily="18" charset="0"/>
                <a:ea typeface="Calibri" pitchFamily="34" charset="-122"/>
                <a:cs typeface="Calibri" pitchFamily="34" charset="-120"/>
              </a:rPr>
              <a:t>Ignore Last 6 Points (CI = 95%)</a:t>
            </a:r>
            <a:endParaRPr lang="en-US" sz="2600" dirty="0">
              <a:latin typeface="Book Antiqua" panose="02040602050305030304" pitchFamily="18" charset="0"/>
            </a:endParaRPr>
          </a:p>
        </p:txBody>
      </p:sp>
      <p:sp>
        <p:nvSpPr>
          <p:cNvPr id="16" name="Shape 13">
            <a:extLst>
              <a:ext uri="{FF2B5EF4-FFF2-40B4-BE49-F238E27FC236}">
                <a16:creationId xmlns:a16="http://schemas.microsoft.com/office/drawing/2014/main" id="{1DE28A3F-9C04-A31B-9913-D5A870449CBA}"/>
              </a:ext>
            </a:extLst>
          </p:cNvPr>
          <p:cNvSpPr/>
          <p:nvPr/>
        </p:nvSpPr>
        <p:spPr>
          <a:xfrm>
            <a:off x="365760" y="3722914"/>
            <a:ext cx="8591134" cy="1379438"/>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7" name="Shape 14">
            <a:extLst>
              <a:ext uri="{FF2B5EF4-FFF2-40B4-BE49-F238E27FC236}">
                <a16:creationId xmlns:a16="http://schemas.microsoft.com/office/drawing/2014/main" id="{4EE50DBD-5445-57C0-C471-2BAEB1C11738}"/>
              </a:ext>
            </a:extLst>
          </p:cNvPr>
          <p:cNvSpPr/>
          <p:nvPr/>
        </p:nvSpPr>
        <p:spPr>
          <a:xfrm>
            <a:off x="365761" y="3722914"/>
            <a:ext cx="159092" cy="1379438"/>
          </a:xfrm>
          <a:prstGeom prst="rect">
            <a:avLst/>
          </a:prstGeom>
          <a:solidFill>
            <a:srgbClr val="00A896"/>
          </a:solidFill>
          <a:ln w="12700">
            <a:solidFill>
              <a:srgbClr val="00A896"/>
            </a:solidFill>
            <a:prstDash val="solid"/>
          </a:ln>
        </p:spPr>
        <p:txBody>
          <a:bodyPr/>
          <a:lstStyle/>
          <a:p>
            <a:endParaRPr lang="en-US"/>
          </a:p>
        </p:txBody>
      </p:sp>
      <p:sp>
        <p:nvSpPr>
          <p:cNvPr id="18" name="Text 15">
            <a:extLst>
              <a:ext uri="{FF2B5EF4-FFF2-40B4-BE49-F238E27FC236}">
                <a16:creationId xmlns:a16="http://schemas.microsoft.com/office/drawing/2014/main" id="{72BFBBFC-F338-5586-A5F6-0F6B99B210B8}"/>
              </a:ext>
            </a:extLst>
          </p:cNvPr>
          <p:cNvSpPr/>
          <p:nvPr/>
        </p:nvSpPr>
        <p:spPr>
          <a:xfrm>
            <a:off x="561497" y="3912795"/>
            <a:ext cx="3780599" cy="948460"/>
          </a:xfrm>
          <a:prstGeom prst="rect">
            <a:avLst/>
          </a:prstGeom>
          <a:noFill/>
          <a:ln/>
        </p:spPr>
        <p:txBody>
          <a:bodyPr wrap="square" rtlCol="0" anchor="ctr"/>
          <a:lstStyle/>
          <a:p>
            <a:r>
              <a:rPr lang="en-US" sz="1300" dirty="0">
                <a:latin typeface="Book Antiqua" panose="02040602050305030304" pitchFamily="18" charset="0"/>
              </a:rPr>
              <a:t>Excluding the most recent six months causes the forecast to begin earlier. As a result, the confidence interval becomes slightly wider, reflecting increased uncertainty due to having less recent data available for the model.</a:t>
            </a:r>
          </a:p>
        </p:txBody>
      </p:sp>
      <p:sp>
        <p:nvSpPr>
          <p:cNvPr id="8" name="Shape 14">
            <a:extLst>
              <a:ext uri="{FF2B5EF4-FFF2-40B4-BE49-F238E27FC236}">
                <a16:creationId xmlns:a16="http://schemas.microsoft.com/office/drawing/2014/main" id="{AC2CFE54-48D7-1E6B-736B-096525A99401}"/>
              </a:ext>
            </a:extLst>
          </p:cNvPr>
          <p:cNvSpPr/>
          <p:nvPr/>
        </p:nvSpPr>
        <p:spPr>
          <a:xfrm>
            <a:off x="4480299" y="3722914"/>
            <a:ext cx="159092" cy="1379438"/>
          </a:xfrm>
          <a:prstGeom prst="rect">
            <a:avLst/>
          </a:prstGeom>
          <a:solidFill>
            <a:srgbClr val="00A896"/>
          </a:solidFill>
          <a:ln w="12700">
            <a:solidFill>
              <a:srgbClr val="00A896"/>
            </a:solidFill>
            <a:prstDash val="solid"/>
          </a:ln>
        </p:spPr>
        <p:txBody>
          <a:bodyPr/>
          <a:lstStyle/>
          <a:p>
            <a:endParaRPr lang="en-US"/>
          </a:p>
        </p:txBody>
      </p:sp>
      <p:sp>
        <p:nvSpPr>
          <p:cNvPr id="11" name="Text 15">
            <a:extLst>
              <a:ext uri="{FF2B5EF4-FFF2-40B4-BE49-F238E27FC236}">
                <a16:creationId xmlns:a16="http://schemas.microsoft.com/office/drawing/2014/main" id="{C1AB1BEB-0ADF-79A3-CEAD-4078B3DE8045}"/>
              </a:ext>
            </a:extLst>
          </p:cNvPr>
          <p:cNvSpPr/>
          <p:nvPr/>
        </p:nvSpPr>
        <p:spPr>
          <a:xfrm>
            <a:off x="4657911" y="3758522"/>
            <a:ext cx="3983168" cy="308547"/>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Configure Forecast</a:t>
            </a:r>
            <a:endParaRPr lang="en-US" sz="1200" dirty="0"/>
          </a:p>
        </p:txBody>
      </p:sp>
      <p:sp>
        <p:nvSpPr>
          <p:cNvPr id="12" name="Text 16">
            <a:extLst>
              <a:ext uri="{FF2B5EF4-FFF2-40B4-BE49-F238E27FC236}">
                <a16:creationId xmlns:a16="http://schemas.microsoft.com/office/drawing/2014/main" id="{799830A1-3719-9DDA-569E-B4C5EB25535D}"/>
              </a:ext>
            </a:extLst>
          </p:cNvPr>
          <p:cNvSpPr/>
          <p:nvPr/>
        </p:nvSpPr>
        <p:spPr>
          <a:xfrm>
            <a:off x="4657911" y="4125977"/>
            <a:ext cx="3924592" cy="617094"/>
          </a:xfrm>
          <a:prstGeom prst="rect">
            <a:avLst/>
          </a:prstGeom>
          <a:noFill/>
          <a:ln/>
        </p:spPr>
        <p:txBody>
          <a:bodyPr wrap="square" rtlCol="0" anchor="t"/>
          <a:lstStyle/>
          <a:p>
            <a:r>
              <a:rPr lang="en-US" sz="1100" dirty="0">
                <a:latin typeface="Book Antiqua" panose="02040602050305030304" pitchFamily="18" charset="0"/>
                <a:ea typeface="Calibri" pitchFamily="34" charset="-122"/>
                <a:cs typeface="Calibri" pitchFamily="34" charset="-120"/>
              </a:rPr>
              <a:t>Forecast Length – 12 points</a:t>
            </a:r>
          </a:p>
          <a:p>
            <a:r>
              <a:rPr lang="en-US" sz="1100" dirty="0">
                <a:latin typeface="Book Antiqua" panose="02040602050305030304" pitchFamily="18" charset="0"/>
                <a:ea typeface="Calibri" pitchFamily="34" charset="-122"/>
                <a:cs typeface="Calibri" pitchFamily="34" charset="-120"/>
              </a:rPr>
              <a:t>Ignore Last – </a:t>
            </a:r>
            <a:r>
              <a:rPr lang="en-US" sz="1400" b="1" dirty="0">
                <a:latin typeface="Book Antiqua" panose="02040602050305030304" pitchFamily="18" charset="0"/>
                <a:ea typeface="Calibri" pitchFamily="34" charset="-122"/>
                <a:cs typeface="Calibri" pitchFamily="34" charset="-120"/>
              </a:rPr>
              <a:t>6 points </a:t>
            </a:r>
            <a:endParaRPr lang="en-US" sz="1100" b="1" dirty="0">
              <a:latin typeface="Book Antiqua" panose="02040602050305030304" pitchFamily="18" charset="0"/>
              <a:ea typeface="Calibri" pitchFamily="34" charset="-122"/>
              <a:cs typeface="Calibri" pitchFamily="34" charset="-120"/>
            </a:endParaRPr>
          </a:p>
          <a:p>
            <a:r>
              <a:rPr lang="en-US" sz="1100" dirty="0">
                <a:latin typeface="Book Antiqua" panose="02040602050305030304" pitchFamily="18" charset="0"/>
                <a:ea typeface="Calibri" pitchFamily="34" charset="-122"/>
                <a:cs typeface="Calibri" pitchFamily="34" charset="-120"/>
              </a:rPr>
              <a:t>Confidence Interval – 95 %</a:t>
            </a:r>
          </a:p>
          <a:p>
            <a:r>
              <a:rPr lang="en-US" sz="1100" dirty="0">
                <a:latin typeface="Book Antiqua" panose="02040602050305030304" pitchFamily="18" charset="0"/>
                <a:ea typeface="Calibri" pitchFamily="34" charset="-122"/>
                <a:cs typeface="Calibri" pitchFamily="34" charset="-120"/>
              </a:rPr>
              <a:t>Seasonality – 12 points</a:t>
            </a:r>
          </a:p>
          <a:p>
            <a:endParaRPr lang="en-US" sz="1100" dirty="0">
              <a:latin typeface="Book Antiqua" panose="02040602050305030304" pitchFamily="18" charset="0"/>
            </a:endParaRPr>
          </a:p>
        </p:txBody>
      </p:sp>
      <p:pic>
        <p:nvPicPr>
          <p:cNvPr id="13" name="Image 0" descr="/mnt/user-data/uploads/1773995046861_image.png">
            <a:extLst>
              <a:ext uri="{FF2B5EF4-FFF2-40B4-BE49-F238E27FC236}">
                <a16:creationId xmlns:a16="http://schemas.microsoft.com/office/drawing/2014/main" id="{F017E94D-C971-471B-EB45-40CF0BF80622}"/>
              </a:ext>
            </a:extLst>
          </p:cNvPr>
          <p:cNvPicPr>
            <a:picLocks noChangeAspect="1"/>
          </p:cNvPicPr>
          <p:nvPr/>
        </p:nvPicPr>
        <p:blipFill>
          <a:blip r:embed="rId3"/>
          <a:srcRect l="9038" t="7694" r="58727" b="30085"/>
          <a:stretch>
            <a:fillRect/>
          </a:stretch>
        </p:blipFill>
        <p:spPr>
          <a:xfrm>
            <a:off x="775673" y="1214499"/>
            <a:ext cx="7527406" cy="2339015"/>
          </a:xfrm>
          <a:prstGeom prst="rect">
            <a:avLst/>
          </a:prstGeom>
        </p:spPr>
      </p:pic>
    </p:spTree>
    <p:extLst>
      <p:ext uri="{BB962C8B-B14F-4D97-AF65-F5344CB8AC3E}">
        <p14:creationId xmlns:p14="http://schemas.microsoft.com/office/powerpoint/2010/main" val="3548938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7AAF7-22B4-388C-009F-415F1802C25E}"/>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E88E8C18-D3E5-45AA-6E62-85762DF2C795}"/>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B80961AB-84A3-22A4-71D7-EF0275CA7A9D}"/>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612311C6-5318-8A82-9D7E-1BA6F54D02EE}"/>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Part 2 – Forecasting|  Lab 4</a:t>
            </a:r>
            <a:endParaRPr lang="en-US" sz="2000" dirty="0">
              <a:latin typeface="Bodoni MT" panose="02070603080606020203" pitchFamily="18" charset="0"/>
            </a:endParaRPr>
          </a:p>
        </p:txBody>
      </p:sp>
      <p:sp>
        <p:nvSpPr>
          <p:cNvPr id="5" name="Text 3">
            <a:extLst>
              <a:ext uri="{FF2B5EF4-FFF2-40B4-BE49-F238E27FC236}">
                <a16:creationId xmlns:a16="http://schemas.microsoft.com/office/drawing/2014/main" id="{471888CE-93B4-EE5E-2991-DE22FE8FEAD8}"/>
              </a:ext>
            </a:extLst>
          </p:cNvPr>
          <p:cNvSpPr/>
          <p:nvPr/>
        </p:nvSpPr>
        <p:spPr>
          <a:xfrm>
            <a:off x="365760" y="640080"/>
            <a:ext cx="8412480" cy="502920"/>
          </a:xfrm>
          <a:prstGeom prst="rect">
            <a:avLst/>
          </a:prstGeom>
          <a:noFill/>
          <a:ln/>
        </p:spPr>
        <p:txBody>
          <a:bodyPr wrap="square" rtlCol="0" anchor="ctr"/>
          <a:lstStyle/>
          <a:p>
            <a:r>
              <a:rPr lang="en-US" sz="2600" b="1" dirty="0">
                <a:solidFill>
                  <a:srgbClr val="1B2A3E"/>
                </a:solidFill>
                <a:latin typeface="Book Antiqua" panose="02040602050305030304" pitchFamily="18" charset="0"/>
                <a:ea typeface="Calibri" pitchFamily="34" charset="-122"/>
                <a:cs typeface="Calibri" pitchFamily="34" charset="-120"/>
              </a:rPr>
              <a:t>Higher Confidence Interval (CI = 99%)</a:t>
            </a:r>
            <a:endParaRPr lang="en-US" sz="2600" dirty="0">
              <a:latin typeface="Book Antiqua" panose="02040602050305030304" pitchFamily="18" charset="0"/>
            </a:endParaRPr>
          </a:p>
        </p:txBody>
      </p:sp>
      <p:sp>
        <p:nvSpPr>
          <p:cNvPr id="16" name="Shape 13">
            <a:extLst>
              <a:ext uri="{FF2B5EF4-FFF2-40B4-BE49-F238E27FC236}">
                <a16:creationId xmlns:a16="http://schemas.microsoft.com/office/drawing/2014/main" id="{6EC5C9F3-75DF-9E98-6045-FBBD1529482F}"/>
              </a:ext>
            </a:extLst>
          </p:cNvPr>
          <p:cNvSpPr/>
          <p:nvPr/>
        </p:nvSpPr>
        <p:spPr>
          <a:xfrm>
            <a:off x="365760" y="3722914"/>
            <a:ext cx="8591134" cy="1379438"/>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7" name="Shape 14">
            <a:extLst>
              <a:ext uri="{FF2B5EF4-FFF2-40B4-BE49-F238E27FC236}">
                <a16:creationId xmlns:a16="http://schemas.microsoft.com/office/drawing/2014/main" id="{29487801-279F-BC7B-6CC8-7A7A14368493}"/>
              </a:ext>
            </a:extLst>
          </p:cNvPr>
          <p:cNvSpPr/>
          <p:nvPr/>
        </p:nvSpPr>
        <p:spPr>
          <a:xfrm>
            <a:off x="365761" y="3722914"/>
            <a:ext cx="159092" cy="1379438"/>
          </a:xfrm>
          <a:prstGeom prst="rect">
            <a:avLst/>
          </a:prstGeom>
          <a:solidFill>
            <a:srgbClr val="00A896"/>
          </a:solidFill>
          <a:ln w="12700">
            <a:solidFill>
              <a:srgbClr val="00A896"/>
            </a:solidFill>
            <a:prstDash val="solid"/>
          </a:ln>
        </p:spPr>
        <p:txBody>
          <a:bodyPr/>
          <a:lstStyle/>
          <a:p>
            <a:endParaRPr lang="en-US"/>
          </a:p>
        </p:txBody>
      </p:sp>
      <p:sp>
        <p:nvSpPr>
          <p:cNvPr id="18" name="Text 15">
            <a:extLst>
              <a:ext uri="{FF2B5EF4-FFF2-40B4-BE49-F238E27FC236}">
                <a16:creationId xmlns:a16="http://schemas.microsoft.com/office/drawing/2014/main" id="{B1A1B867-4363-6F20-8305-3DBC2F50EB2E}"/>
              </a:ext>
            </a:extLst>
          </p:cNvPr>
          <p:cNvSpPr/>
          <p:nvPr/>
        </p:nvSpPr>
        <p:spPr>
          <a:xfrm>
            <a:off x="561497" y="3912794"/>
            <a:ext cx="3780599" cy="1079829"/>
          </a:xfrm>
          <a:prstGeom prst="rect">
            <a:avLst/>
          </a:prstGeom>
          <a:noFill/>
          <a:ln/>
        </p:spPr>
        <p:txBody>
          <a:bodyPr wrap="square" rtlCol="0" anchor="ctr"/>
          <a:lstStyle/>
          <a:p>
            <a:r>
              <a:rPr lang="en-US" sz="1300" dirty="0">
                <a:latin typeface="Book Antiqua" panose="02040602050305030304" pitchFamily="18" charset="0"/>
              </a:rPr>
              <a:t>The gray shaded is significantly wider at the 99% confidence interval. Achieving 99% certainty requires the model to cover a larger range of possible values, which reflects increased uncertainty caused by the COVID-related disruption.</a:t>
            </a:r>
          </a:p>
        </p:txBody>
      </p:sp>
      <p:sp>
        <p:nvSpPr>
          <p:cNvPr id="8" name="Shape 14">
            <a:extLst>
              <a:ext uri="{FF2B5EF4-FFF2-40B4-BE49-F238E27FC236}">
                <a16:creationId xmlns:a16="http://schemas.microsoft.com/office/drawing/2014/main" id="{441AB049-DEAA-68FF-FDE0-2C030AE201A1}"/>
              </a:ext>
            </a:extLst>
          </p:cNvPr>
          <p:cNvSpPr/>
          <p:nvPr/>
        </p:nvSpPr>
        <p:spPr>
          <a:xfrm>
            <a:off x="4480299" y="3722914"/>
            <a:ext cx="159092" cy="1379438"/>
          </a:xfrm>
          <a:prstGeom prst="rect">
            <a:avLst/>
          </a:prstGeom>
          <a:solidFill>
            <a:srgbClr val="00A896"/>
          </a:solidFill>
          <a:ln w="12700">
            <a:solidFill>
              <a:srgbClr val="00A896"/>
            </a:solidFill>
            <a:prstDash val="solid"/>
          </a:ln>
        </p:spPr>
        <p:txBody>
          <a:bodyPr/>
          <a:lstStyle/>
          <a:p>
            <a:endParaRPr lang="en-US"/>
          </a:p>
        </p:txBody>
      </p:sp>
      <p:sp>
        <p:nvSpPr>
          <p:cNvPr id="11" name="Text 15">
            <a:extLst>
              <a:ext uri="{FF2B5EF4-FFF2-40B4-BE49-F238E27FC236}">
                <a16:creationId xmlns:a16="http://schemas.microsoft.com/office/drawing/2014/main" id="{0378DCE8-B242-0BB4-D1FC-5F4574AEB7A9}"/>
              </a:ext>
            </a:extLst>
          </p:cNvPr>
          <p:cNvSpPr/>
          <p:nvPr/>
        </p:nvSpPr>
        <p:spPr>
          <a:xfrm>
            <a:off x="4657911" y="3758522"/>
            <a:ext cx="3983168" cy="308547"/>
          </a:xfrm>
          <a:prstGeom prst="rect">
            <a:avLst/>
          </a:prstGeom>
          <a:noFill/>
          <a:ln/>
        </p:spPr>
        <p:txBody>
          <a:bodyPr wrap="square" rtlCol="0" anchor="ctr"/>
          <a:lstStyle/>
          <a:p>
            <a:pPr marL="0" indent="0">
              <a:buNone/>
            </a:pPr>
            <a:r>
              <a:rPr lang="en-US" sz="1200" b="1" dirty="0">
                <a:solidFill>
                  <a:srgbClr val="1B2A3E"/>
                </a:solidFill>
                <a:latin typeface="Calibri" pitchFamily="34" charset="0"/>
                <a:ea typeface="Calibri" pitchFamily="34" charset="-122"/>
                <a:cs typeface="Calibri" pitchFamily="34" charset="-120"/>
              </a:rPr>
              <a:t>Configure Forecast</a:t>
            </a:r>
            <a:endParaRPr lang="en-US" sz="1200" dirty="0"/>
          </a:p>
        </p:txBody>
      </p:sp>
      <p:sp>
        <p:nvSpPr>
          <p:cNvPr id="12" name="Text 16">
            <a:extLst>
              <a:ext uri="{FF2B5EF4-FFF2-40B4-BE49-F238E27FC236}">
                <a16:creationId xmlns:a16="http://schemas.microsoft.com/office/drawing/2014/main" id="{FCAA775F-472C-C82B-03D3-DC6531B4B3F6}"/>
              </a:ext>
            </a:extLst>
          </p:cNvPr>
          <p:cNvSpPr/>
          <p:nvPr/>
        </p:nvSpPr>
        <p:spPr>
          <a:xfrm>
            <a:off x="4657911" y="4125977"/>
            <a:ext cx="3924592" cy="617094"/>
          </a:xfrm>
          <a:prstGeom prst="rect">
            <a:avLst/>
          </a:prstGeom>
          <a:noFill/>
          <a:ln/>
        </p:spPr>
        <p:txBody>
          <a:bodyPr wrap="square" rtlCol="0" anchor="t"/>
          <a:lstStyle/>
          <a:p>
            <a:r>
              <a:rPr lang="en-US" sz="1100" dirty="0">
                <a:latin typeface="Book Antiqua" panose="02040602050305030304" pitchFamily="18" charset="0"/>
                <a:ea typeface="Calibri" pitchFamily="34" charset="-122"/>
                <a:cs typeface="Calibri" pitchFamily="34" charset="-120"/>
              </a:rPr>
              <a:t>Forecast Length – 12 points</a:t>
            </a:r>
          </a:p>
          <a:p>
            <a:r>
              <a:rPr lang="en-US" sz="1100" dirty="0">
                <a:latin typeface="Book Antiqua" panose="02040602050305030304" pitchFamily="18" charset="0"/>
                <a:ea typeface="Calibri" pitchFamily="34" charset="-122"/>
                <a:cs typeface="Calibri" pitchFamily="34" charset="-120"/>
              </a:rPr>
              <a:t>Ignore Last – </a:t>
            </a:r>
            <a:r>
              <a:rPr lang="en-US" sz="1400" b="1" dirty="0">
                <a:latin typeface="Book Antiqua" panose="02040602050305030304" pitchFamily="18" charset="0"/>
                <a:ea typeface="Calibri" pitchFamily="34" charset="-122"/>
                <a:cs typeface="Calibri" pitchFamily="34" charset="-120"/>
              </a:rPr>
              <a:t>6 points </a:t>
            </a:r>
            <a:endParaRPr lang="en-US" sz="1100" b="1" dirty="0">
              <a:latin typeface="Book Antiqua" panose="02040602050305030304" pitchFamily="18" charset="0"/>
              <a:ea typeface="Calibri" pitchFamily="34" charset="-122"/>
              <a:cs typeface="Calibri" pitchFamily="34" charset="-120"/>
            </a:endParaRPr>
          </a:p>
          <a:p>
            <a:r>
              <a:rPr lang="en-US" sz="1100" dirty="0">
                <a:latin typeface="Book Antiqua" panose="02040602050305030304" pitchFamily="18" charset="0"/>
                <a:ea typeface="Calibri" pitchFamily="34" charset="-122"/>
                <a:cs typeface="Calibri" pitchFamily="34" charset="-120"/>
              </a:rPr>
              <a:t>Confidence Interval – </a:t>
            </a:r>
            <a:r>
              <a:rPr lang="en-US" sz="1600" b="1" dirty="0">
                <a:latin typeface="Book Antiqua" panose="02040602050305030304" pitchFamily="18" charset="0"/>
                <a:ea typeface="Calibri" pitchFamily="34" charset="-122"/>
                <a:cs typeface="Calibri" pitchFamily="34" charset="-120"/>
              </a:rPr>
              <a:t>99 %</a:t>
            </a:r>
            <a:endParaRPr lang="en-US" sz="1100" b="1" dirty="0">
              <a:latin typeface="Book Antiqua" panose="02040602050305030304" pitchFamily="18" charset="0"/>
              <a:ea typeface="Calibri" pitchFamily="34" charset="-122"/>
              <a:cs typeface="Calibri" pitchFamily="34" charset="-120"/>
            </a:endParaRPr>
          </a:p>
          <a:p>
            <a:r>
              <a:rPr lang="en-US" sz="1100" dirty="0">
                <a:latin typeface="Book Antiqua" panose="02040602050305030304" pitchFamily="18" charset="0"/>
                <a:ea typeface="Calibri" pitchFamily="34" charset="-122"/>
                <a:cs typeface="Calibri" pitchFamily="34" charset="-120"/>
              </a:rPr>
              <a:t>Seasonality – 12 points</a:t>
            </a:r>
          </a:p>
          <a:p>
            <a:endParaRPr lang="en-US" sz="1100" dirty="0">
              <a:latin typeface="Book Antiqua" panose="02040602050305030304" pitchFamily="18" charset="0"/>
            </a:endParaRPr>
          </a:p>
        </p:txBody>
      </p:sp>
      <p:pic>
        <p:nvPicPr>
          <p:cNvPr id="2" name="Image 0" descr="/mnt/user-data/uploads/1773995113379_image.png">
            <a:extLst>
              <a:ext uri="{FF2B5EF4-FFF2-40B4-BE49-F238E27FC236}">
                <a16:creationId xmlns:a16="http://schemas.microsoft.com/office/drawing/2014/main" id="{A48DBB0D-03CB-8857-D6BA-6B1F42DA57B5}"/>
              </a:ext>
            </a:extLst>
          </p:cNvPr>
          <p:cNvPicPr>
            <a:picLocks noChangeAspect="1"/>
          </p:cNvPicPr>
          <p:nvPr/>
        </p:nvPicPr>
        <p:blipFill>
          <a:blip r:embed="rId3"/>
          <a:srcRect l="9242" t="9300" r="58556" b="32364"/>
          <a:stretch>
            <a:fillRect/>
          </a:stretch>
        </p:blipFill>
        <p:spPr>
          <a:xfrm>
            <a:off x="792219" y="1076431"/>
            <a:ext cx="7376160" cy="2491910"/>
          </a:xfrm>
          <a:prstGeom prst="rect">
            <a:avLst/>
          </a:prstGeom>
        </p:spPr>
      </p:pic>
    </p:spTree>
    <p:extLst>
      <p:ext uri="{BB962C8B-B14F-4D97-AF65-F5344CB8AC3E}">
        <p14:creationId xmlns:p14="http://schemas.microsoft.com/office/powerpoint/2010/main" val="3335667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C457D-4E58-8760-C33B-7FB927F8AC8E}"/>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0950C624-06E7-481C-486A-5BE6D0BE75BA}"/>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FE914139-5851-AF06-CA23-A5690D351339}"/>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0B4CDDC2-226C-F1F7-0FF8-18C6516F7BD0}"/>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ANALYZE &amp; REPORT FINDINGS</a:t>
            </a:r>
            <a:endParaRPr lang="en-US" sz="2000" dirty="0">
              <a:latin typeface="Bodoni MT" panose="02070603080606020203" pitchFamily="18" charset="0"/>
            </a:endParaRPr>
          </a:p>
        </p:txBody>
      </p:sp>
      <p:sp>
        <p:nvSpPr>
          <p:cNvPr id="16" name="Shape 13">
            <a:extLst>
              <a:ext uri="{FF2B5EF4-FFF2-40B4-BE49-F238E27FC236}">
                <a16:creationId xmlns:a16="http://schemas.microsoft.com/office/drawing/2014/main" id="{8DC23776-0DF5-99B2-79B4-2CFCEA49C790}"/>
              </a:ext>
            </a:extLst>
          </p:cNvPr>
          <p:cNvSpPr/>
          <p:nvPr/>
        </p:nvSpPr>
        <p:spPr>
          <a:xfrm>
            <a:off x="365760" y="2906486"/>
            <a:ext cx="8591134" cy="2195866"/>
          </a:xfrm>
          <a:prstGeom prst="rect">
            <a:avLst/>
          </a:prstGeom>
          <a:solidFill>
            <a:schemeClr val="accent6">
              <a:lumMod val="20000"/>
              <a:lumOff val="80000"/>
            </a:schemeClr>
          </a:solidFill>
          <a:ln w="6350">
            <a:solidFill>
              <a:srgbClr val="D0E4F5"/>
            </a:solidFill>
            <a:prstDash val="solid"/>
          </a:ln>
        </p:spPr>
        <p:txBody>
          <a:bodyPr/>
          <a:lstStyle/>
          <a:p>
            <a:endParaRPr lang="en-US">
              <a:latin typeface="Book Antiqua" panose="02040602050305030304" pitchFamily="18" charset="0"/>
            </a:endParaRPr>
          </a:p>
        </p:txBody>
      </p:sp>
      <p:sp>
        <p:nvSpPr>
          <p:cNvPr id="17" name="Shape 14">
            <a:extLst>
              <a:ext uri="{FF2B5EF4-FFF2-40B4-BE49-F238E27FC236}">
                <a16:creationId xmlns:a16="http://schemas.microsoft.com/office/drawing/2014/main" id="{20337B6F-1755-1FC9-D3B0-E2DAF3D4D73A}"/>
              </a:ext>
            </a:extLst>
          </p:cNvPr>
          <p:cNvSpPr/>
          <p:nvPr/>
        </p:nvSpPr>
        <p:spPr>
          <a:xfrm>
            <a:off x="365761" y="2906486"/>
            <a:ext cx="159092" cy="2195866"/>
          </a:xfrm>
          <a:prstGeom prst="rect">
            <a:avLst/>
          </a:prstGeom>
          <a:solidFill>
            <a:srgbClr val="00A896"/>
          </a:solidFill>
          <a:ln w="12700">
            <a:solidFill>
              <a:srgbClr val="00A896"/>
            </a:solidFill>
            <a:prstDash val="solid"/>
          </a:ln>
        </p:spPr>
        <p:txBody>
          <a:bodyPr/>
          <a:lstStyle/>
          <a:p>
            <a:endParaRPr lang="en-US"/>
          </a:p>
        </p:txBody>
      </p:sp>
      <p:sp>
        <p:nvSpPr>
          <p:cNvPr id="8" name="Shape 14">
            <a:extLst>
              <a:ext uri="{FF2B5EF4-FFF2-40B4-BE49-F238E27FC236}">
                <a16:creationId xmlns:a16="http://schemas.microsoft.com/office/drawing/2014/main" id="{93CCB579-8557-6888-9FFB-4649F58BC84E}"/>
              </a:ext>
            </a:extLst>
          </p:cNvPr>
          <p:cNvSpPr/>
          <p:nvPr/>
        </p:nvSpPr>
        <p:spPr>
          <a:xfrm>
            <a:off x="4480299" y="2906486"/>
            <a:ext cx="159092" cy="2195866"/>
          </a:xfrm>
          <a:prstGeom prst="rect">
            <a:avLst/>
          </a:prstGeom>
          <a:solidFill>
            <a:srgbClr val="00A896"/>
          </a:solidFill>
          <a:ln w="12700">
            <a:solidFill>
              <a:srgbClr val="00A896"/>
            </a:solidFill>
            <a:prstDash val="solid"/>
          </a:ln>
        </p:spPr>
        <p:txBody>
          <a:bodyPr/>
          <a:lstStyle/>
          <a:p>
            <a:endParaRPr lang="en-US"/>
          </a:p>
        </p:txBody>
      </p:sp>
      <p:sp>
        <p:nvSpPr>
          <p:cNvPr id="4" name="Shape 13">
            <a:extLst>
              <a:ext uri="{FF2B5EF4-FFF2-40B4-BE49-F238E27FC236}">
                <a16:creationId xmlns:a16="http://schemas.microsoft.com/office/drawing/2014/main" id="{A78CA1F1-FC84-AAB9-04E0-4CE1303A130B}"/>
              </a:ext>
            </a:extLst>
          </p:cNvPr>
          <p:cNvSpPr/>
          <p:nvPr/>
        </p:nvSpPr>
        <p:spPr>
          <a:xfrm>
            <a:off x="362344" y="629630"/>
            <a:ext cx="8591134" cy="2195866"/>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6" name="Shape 14">
            <a:extLst>
              <a:ext uri="{FF2B5EF4-FFF2-40B4-BE49-F238E27FC236}">
                <a16:creationId xmlns:a16="http://schemas.microsoft.com/office/drawing/2014/main" id="{4343A1B9-B2F9-6A60-71C3-2FDBDE5534EB}"/>
              </a:ext>
            </a:extLst>
          </p:cNvPr>
          <p:cNvSpPr/>
          <p:nvPr/>
        </p:nvSpPr>
        <p:spPr>
          <a:xfrm>
            <a:off x="362345" y="629630"/>
            <a:ext cx="159092" cy="2195866"/>
          </a:xfrm>
          <a:prstGeom prst="rect">
            <a:avLst/>
          </a:prstGeom>
          <a:solidFill>
            <a:srgbClr val="00A896"/>
          </a:solidFill>
          <a:ln w="12700">
            <a:solidFill>
              <a:srgbClr val="00A896"/>
            </a:solidFill>
            <a:prstDash val="solid"/>
          </a:ln>
        </p:spPr>
        <p:txBody>
          <a:bodyPr/>
          <a:lstStyle/>
          <a:p>
            <a:endParaRPr lang="en-US"/>
          </a:p>
        </p:txBody>
      </p:sp>
      <p:sp>
        <p:nvSpPr>
          <p:cNvPr id="9" name="Shape 14">
            <a:extLst>
              <a:ext uri="{FF2B5EF4-FFF2-40B4-BE49-F238E27FC236}">
                <a16:creationId xmlns:a16="http://schemas.microsoft.com/office/drawing/2014/main" id="{00F1AABB-3A40-EF57-AAF6-DB22E33F1B04}"/>
              </a:ext>
            </a:extLst>
          </p:cNvPr>
          <p:cNvSpPr/>
          <p:nvPr/>
        </p:nvSpPr>
        <p:spPr>
          <a:xfrm>
            <a:off x="4476883" y="629630"/>
            <a:ext cx="159092" cy="2195866"/>
          </a:xfrm>
          <a:prstGeom prst="rect">
            <a:avLst/>
          </a:prstGeom>
          <a:solidFill>
            <a:srgbClr val="00A896"/>
          </a:solidFill>
          <a:ln w="12700">
            <a:solidFill>
              <a:srgbClr val="00A896"/>
            </a:solidFill>
            <a:prstDash val="solid"/>
          </a:ln>
        </p:spPr>
        <p:txBody>
          <a:bodyPr/>
          <a:lstStyle/>
          <a:p>
            <a:endParaRPr lang="en-US"/>
          </a:p>
        </p:txBody>
      </p:sp>
      <p:sp>
        <p:nvSpPr>
          <p:cNvPr id="10" name="Text 15">
            <a:extLst>
              <a:ext uri="{FF2B5EF4-FFF2-40B4-BE49-F238E27FC236}">
                <a16:creationId xmlns:a16="http://schemas.microsoft.com/office/drawing/2014/main" id="{EC0BA901-BA80-D7C3-C196-C65765C67BC8}"/>
              </a:ext>
            </a:extLst>
          </p:cNvPr>
          <p:cNvSpPr/>
          <p:nvPr/>
        </p:nvSpPr>
        <p:spPr>
          <a:xfrm>
            <a:off x="561496" y="818437"/>
            <a:ext cx="3780600" cy="1891453"/>
          </a:xfrm>
          <a:prstGeom prst="rect">
            <a:avLst/>
          </a:prstGeom>
          <a:noFill/>
          <a:ln/>
        </p:spPr>
        <p:txBody>
          <a:bodyPr wrap="square" rtlCol="0" anchor="ctr"/>
          <a:lstStyle/>
          <a:p>
            <a:r>
              <a:rPr lang="en-US" sz="1400" dirty="0">
                <a:latin typeface="Book Antiqua" panose="02040602050305030304" pitchFamily="18" charset="0"/>
              </a:rPr>
              <a:t>The model was unable to anticipate the disruption, as tools like Power BI rely on historical time-series data and cannot predict sudden external shocks such as COVID-19. As a result, the sharp decline during the pandemic was completely unforeseen.</a:t>
            </a:r>
            <a:endParaRPr lang="en-US" sz="1300" dirty="0">
              <a:latin typeface="Book Antiqua" panose="02040602050305030304" pitchFamily="18" charset="0"/>
            </a:endParaRPr>
          </a:p>
        </p:txBody>
      </p:sp>
      <p:sp>
        <p:nvSpPr>
          <p:cNvPr id="13" name="Text 15">
            <a:extLst>
              <a:ext uri="{FF2B5EF4-FFF2-40B4-BE49-F238E27FC236}">
                <a16:creationId xmlns:a16="http://schemas.microsoft.com/office/drawing/2014/main" id="{1EB00806-1EE6-1F56-3D65-CF74746D36B5}"/>
              </a:ext>
            </a:extLst>
          </p:cNvPr>
          <p:cNvSpPr/>
          <p:nvPr/>
        </p:nvSpPr>
        <p:spPr>
          <a:xfrm>
            <a:off x="4717325" y="766161"/>
            <a:ext cx="3780600" cy="1891453"/>
          </a:xfrm>
          <a:prstGeom prst="rect">
            <a:avLst/>
          </a:prstGeom>
          <a:noFill/>
          <a:ln/>
        </p:spPr>
        <p:txBody>
          <a:bodyPr wrap="square" rtlCol="0" anchor="ctr"/>
          <a:lstStyle/>
          <a:p>
            <a:r>
              <a:rPr lang="en-US" sz="1400" dirty="0">
                <a:latin typeface="Book Antiqua" panose="02040602050305030304" pitchFamily="18" charset="0"/>
              </a:rPr>
              <a:t>Across all three experiments, the confidence intervals became wider compared to earlier results, indicating increased uncertainty. This reflects how the model adjusted to the instability introduced by the disruption in the training data.</a:t>
            </a:r>
            <a:endParaRPr lang="en-US" sz="1300" dirty="0">
              <a:latin typeface="Book Antiqua" panose="02040602050305030304" pitchFamily="18" charset="0"/>
            </a:endParaRPr>
          </a:p>
        </p:txBody>
      </p:sp>
      <p:sp>
        <p:nvSpPr>
          <p:cNvPr id="14" name="Text 15">
            <a:extLst>
              <a:ext uri="{FF2B5EF4-FFF2-40B4-BE49-F238E27FC236}">
                <a16:creationId xmlns:a16="http://schemas.microsoft.com/office/drawing/2014/main" id="{7E66769B-B577-7837-B445-F78EDB7A69FF}"/>
              </a:ext>
            </a:extLst>
          </p:cNvPr>
          <p:cNvSpPr/>
          <p:nvPr/>
        </p:nvSpPr>
        <p:spPr>
          <a:xfrm>
            <a:off x="564006" y="2930641"/>
            <a:ext cx="3780600" cy="1891453"/>
          </a:xfrm>
          <a:prstGeom prst="rect">
            <a:avLst/>
          </a:prstGeom>
          <a:noFill/>
          <a:ln/>
        </p:spPr>
        <p:txBody>
          <a:bodyPr wrap="square" rtlCol="0" anchor="ctr"/>
          <a:lstStyle/>
          <a:p>
            <a:r>
              <a:rPr lang="en-US" sz="1400" dirty="0">
                <a:latin typeface="Book Antiqua" panose="02040602050305030304" pitchFamily="18" charset="0"/>
              </a:rPr>
              <a:t>Recovery data from 2022 to 2024 was incorporated into the model, which helped shape a more optimistic outlook. This led to forecasts that project continued growth following the recovery phase.</a:t>
            </a:r>
            <a:endParaRPr lang="en-US" sz="1300" dirty="0">
              <a:latin typeface="Book Antiqua" panose="02040602050305030304" pitchFamily="18" charset="0"/>
            </a:endParaRPr>
          </a:p>
        </p:txBody>
      </p:sp>
      <p:sp>
        <p:nvSpPr>
          <p:cNvPr id="15" name="Text 15">
            <a:extLst>
              <a:ext uri="{FF2B5EF4-FFF2-40B4-BE49-F238E27FC236}">
                <a16:creationId xmlns:a16="http://schemas.microsoft.com/office/drawing/2014/main" id="{D20C788E-3B6D-86EF-BC2A-E83D1F2FF522}"/>
              </a:ext>
            </a:extLst>
          </p:cNvPr>
          <p:cNvSpPr/>
          <p:nvPr/>
        </p:nvSpPr>
        <p:spPr>
          <a:xfrm>
            <a:off x="4717325" y="2906486"/>
            <a:ext cx="3780600" cy="1891453"/>
          </a:xfrm>
          <a:prstGeom prst="rect">
            <a:avLst/>
          </a:prstGeom>
          <a:noFill/>
          <a:ln/>
        </p:spPr>
        <p:txBody>
          <a:bodyPr wrap="square" rtlCol="0" anchor="ctr"/>
          <a:lstStyle/>
          <a:p>
            <a:r>
              <a:rPr lang="en-US" sz="1400" dirty="0">
                <a:latin typeface="Book Antiqua" panose="02040602050305030304" pitchFamily="18" charset="0"/>
              </a:rPr>
              <a:t>However, the pandemic period disrupted the usual seasonal patterns. The typical annual cycle was broken, which reduced the model’s confidence in accurately estimating seasonality.</a:t>
            </a:r>
            <a:endParaRPr lang="en-US" sz="1300" dirty="0">
              <a:latin typeface="Book Antiqua" panose="02040602050305030304" pitchFamily="18" charset="0"/>
            </a:endParaRPr>
          </a:p>
        </p:txBody>
      </p:sp>
    </p:spTree>
    <p:extLst>
      <p:ext uri="{BB962C8B-B14F-4D97-AF65-F5344CB8AC3E}">
        <p14:creationId xmlns:p14="http://schemas.microsoft.com/office/powerpoint/2010/main" val="151808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42A53-637E-35FE-866D-82C1151687B5}"/>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C103142F-1A17-D015-CE68-29CA73411DB3}"/>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57E81C69-2E9A-DAD4-07A5-46C105430711}"/>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D258895D-B4FC-652A-A25A-AA8F3E2BC38F}"/>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GUIDE QUESTIONS &amp; ANSWERS</a:t>
            </a:r>
            <a:endParaRPr lang="en-US" sz="2000" dirty="0">
              <a:latin typeface="Bodoni MT" panose="02070603080606020203" pitchFamily="18" charset="0"/>
            </a:endParaRPr>
          </a:p>
        </p:txBody>
      </p:sp>
      <p:sp>
        <p:nvSpPr>
          <p:cNvPr id="16" name="Shape 13">
            <a:extLst>
              <a:ext uri="{FF2B5EF4-FFF2-40B4-BE49-F238E27FC236}">
                <a16:creationId xmlns:a16="http://schemas.microsoft.com/office/drawing/2014/main" id="{03FFC832-323D-9D75-7419-42B1C3A49CEE}"/>
              </a:ext>
            </a:extLst>
          </p:cNvPr>
          <p:cNvSpPr/>
          <p:nvPr/>
        </p:nvSpPr>
        <p:spPr>
          <a:xfrm>
            <a:off x="365760" y="2906486"/>
            <a:ext cx="8591134" cy="2195866"/>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17" name="Shape 14">
            <a:extLst>
              <a:ext uri="{FF2B5EF4-FFF2-40B4-BE49-F238E27FC236}">
                <a16:creationId xmlns:a16="http://schemas.microsoft.com/office/drawing/2014/main" id="{9B4F3119-75F6-BCEE-40B5-53A530AE12C9}"/>
              </a:ext>
            </a:extLst>
          </p:cNvPr>
          <p:cNvSpPr/>
          <p:nvPr/>
        </p:nvSpPr>
        <p:spPr>
          <a:xfrm>
            <a:off x="365761" y="2906486"/>
            <a:ext cx="159092" cy="2195866"/>
          </a:xfrm>
          <a:prstGeom prst="rect">
            <a:avLst/>
          </a:prstGeom>
          <a:solidFill>
            <a:srgbClr val="00A896"/>
          </a:solidFill>
          <a:ln w="12700">
            <a:solidFill>
              <a:srgbClr val="00A896"/>
            </a:solidFill>
            <a:prstDash val="solid"/>
          </a:ln>
        </p:spPr>
        <p:txBody>
          <a:bodyPr/>
          <a:lstStyle/>
          <a:p>
            <a:endParaRPr lang="en-US"/>
          </a:p>
        </p:txBody>
      </p:sp>
      <p:sp>
        <p:nvSpPr>
          <p:cNvPr id="8" name="Shape 14">
            <a:extLst>
              <a:ext uri="{FF2B5EF4-FFF2-40B4-BE49-F238E27FC236}">
                <a16:creationId xmlns:a16="http://schemas.microsoft.com/office/drawing/2014/main" id="{E2650CC1-CCED-9078-B28A-19AC6E6F6331}"/>
              </a:ext>
            </a:extLst>
          </p:cNvPr>
          <p:cNvSpPr/>
          <p:nvPr/>
        </p:nvSpPr>
        <p:spPr>
          <a:xfrm>
            <a:off x="4480299" y="2906486"/>
            <a:ext cx="159092" cy="2195866"/>
          </a:xfrm>
          <a:prstGeom prst="rect">
            <a:avLst/>
          </a:prstGeom>
          <a:solidFill>
            <a:srgbClr val="00A896"/>
          </a:solidFill>
          <a:ln w="12700">
            <a:solidFill>
              <a:srgbClr val="00A896"/>
            </a:solidFill>
            <a:prstDash val="solid"/>
          </a:ln>
        </p:spPr>
        <p:txBody>
          <a:bodyPr/>
          <a:lstStyle/>
          <a:p>
            <a:endParaRPr lang="en-US"/>
          </a:p>
        </p:txBody>
      </p:sp>
      <p:sp>
        <p:nvSpPr>
          <p:cNvPr id="4" name="Shape 13">
            <a:extLst>
              <a:ext uri="{FF2B5EF4-FFF2-40B4-BE49-F238E27FC236}">
                <a16:creationId xmlns:a16="http://schemas.microsoft.com/office/drawing/2014/main" id="{077AAE8B-122C-587D-BD8E-BC5C7C98145A}"/>
              </a:ext>
            </a:extLst>
          </p:cNvPr>
          <p:cNvSpPr/>
          <p:nvPr/>
        </p:nvSpPr>
        <p:spPr>
          <a:xfrm>
            <a:off x="362344" y="629630"/>
            <a:ext cx="8591134" cy="2195866"/>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6" name="Shape 14">
            <a:extLst>
              <a:ext uri="{FF2B5EF4-FFF2-40B4-BE49-F238E27FC236}">
                <a16:creationId xmlns:a16="http://schemas.microsoft.com/office/drawing/2014/main" id="{0631D589-7752-EAF7-FFBB-17039A4851FC}"/>
              </a:ext>
            </a:extLst>
          </p:cNvPr>
          <p:cNvSpPr/>
          <p:nvPr/>
        </p:nvSpPr>
        <p:spPr>
          <a:xfrm>
            <a:off x="362345" y="629630"/>
            <a:ext cx="159092" cy="2195866"/>
          </a:xfrm>
          <a:prstGeom prst="rect">
            <a:avLst/>
          </a:prstGeom>
          <a:solidFill>
            <a:srgbClr val="00A896"/>
          </a:solidFill>
          <a:ln w="12700">
            <a:solidFill>
              <a:srgbClr val="00A896"/>
            </a:solidFill>
            <a:prstDash val="solid"/>
          </a:ln>
        </p:spPr>
        <p:txBody>
          <a:bodyPr/>
          <a:lstStyle/>
          <a:p>
            <a:endParaRPr lang="en-US"/>
          </a:p>
        </p:txBody>
      </p:sp>
      <p:sp>
        <p:nvSpPr>
          <p:cNvPr id="9" name="Shape 14">
            <a:extLst>
              <a:ext uri="{FF2B5EF4-FFF2-40B4-BE49-F238E27FC236}">
                <a16:creationId xmlns:a16="http://schemas.microsoft.com/office/drawing/2014/main" id="{4B893D6B-0127-CB8C-1AA1-B0DA11437846}"/>
              </a:ext>
            </a:extLst>
          </p:cNvPr>
          <p:cNvSpPr/>
          <p:nvPr/>
        </p:nvSpPr>
        <p:spPr>
          <a:xfrm>
            <a:off x="4476883" y="629630"/>
            <a:ext cx="159092" cy="2195866"/>
          </a:xfrm>
          <a:prstGeom prst="rect">
            <a:avLst/>
          </a:prstGeom>
          <a:solidFill>
            <a:srgbClr val="00A896"/>
          </a:solidFill>
          <a:ln w="12700">
            <a:solidFill>
              <a:srgbClr val="00A896"/>
            </a:solidFill>
            <a:prstDash val="solid"/>
          </a:ln>
        </p:spPr>
        <p:txBody>
          <a:bodyPr/>
          <a:lstStyle/>
          <a:p>
            <a:endParaRPr lang="en-US"/>
          </a:p>
        </p:txBody>
      </p:sp>
      <p:sp>
        <p:nvSpPr>
          <p:cNvPr id="10" name="Text 15">
            <a:extLst>
              <a:ext uri="{FF2B5EF4-FFF2-40B4-BE49-F238E27FC236}">
                <a16:creationId xmlns:a16="http://schemas.microsoft.com/office/drawing/2014/main" id="{AF0C9E89-6AA5-4878-D02E-DA3BB25EF7D0}"/>
              </a:ext>
            </a:extLst>
          </p:cNvPr>
          <p:cNvSpPr/>
          <p:nvPr/>
        </p:nvSpPr>
        <p:spPr>
          <a:xfrm>
            <a:off x="561496" y="629631"/>
            <a:ext cx="3780600" cy="2080260"/>
          </a:xfrm>
          <a:prstGeom prst="rect">
            <a:avLst/>
          </a:prstGeom>
          <a:noFill/>
          <a:ln/>
        </p:spPr>
        <p:txBody>
          <a:bodyPr wrap="square" rtlCol="0" anchor="ctr"/>
          <a:lstStyle/>
          <a:p>
            <a:r>
              <a:rPr lang="en-US" sz="1400" b="1" dirty="0">
                <a:latin typeface="Book Antiqua" panose="02040602050305030304" pitchFamily="18" charset="0"/>
              </a:rPr>
              <a:t>What does a narrow confidence interval suggest?</a:t>
            </a:r>
          </a:p>
          <a:p>
            <a:r>
              <a:rPr lang="en-US" sz="1400" dirty="0">
                <a:latin typeface="Book Antiqua" panose="02040602050305030304" pitchFamily="18" charset="0"/>
              </a:rPr>
              <a:t> </a:t>
            </a:r>
          </a:p>
          <a:p>
            <a:r>
              <a:rPr lang="en-US" sz="1400" dirty="0">
                <a:latin typeface="Book Antiqua" panose="02040602050305030304" pitchFamily="18" charset="0"/>
              </a:rPr>
              <a:t>When the CI is narrow, it means the model is highly certain — the past data follows a steady, reliable pattern, so the predicted range stays close together.</a:t>
            </a:r>
            <a:endParaRPr lang="en-US" sz="1300" dirty="0">
              <a:latin typeface="Book Antiqua" panose="02040602050305030304" pitchFamily="18" charset="0"/>
            </a:endParaRPr>
          </a:p>
        </p:txBody>
      </p:sp>
      <p:sp>
        <p:nvSpPr>
          <p:cNvPr id="13" name="Text 15">
            <a:extLst>
              <a:ext uri="{FF2B5EF4-FFF2-40B4-BE49-F238E27FC236}">
                <a16:creationId xmlns:a16="http://schemas.microsoft.com/office/drawing/2014/main" id="{876206AA-34A2-56FB-689D-EE7CE1C27975}"/>
              </a:ext>
            </a:extLst>
          </p:cNvPr>
          <p:cNvSpPr/>
          <p:nvPr/>
        </p:nvSpPr>
        <p:spPr>
          <a:xfrm>
            <a:off x="4717325" y="766161"/>
            <a:ext cx="3780600" cy="1891453"/>
          </a:xfrm>
          <a:prstGeom prst="rect">
            <a:avLst/>
          </a:prstGeom>
          <a:noFill/>
          <a:ln/>
        </p:spPr>
        <p:txBody>
          <a:bodyPr wrap="square" rtlCol="0" anchor="ctr"/>
          <a:lstStyle/>
          <a:p>
            <a:r>
              <a:rPr lang="en-US" sz="1400" b="1" dirty="0">
                <a:latin typeface="Book Antiqua" panose="02040602050305030304" pitchFamily="18" charset="0"/>
              </a:rPr>
              <a:t>How does Ignore Last affect the forecast?</a:t>
            </a:r>
          </a:p>
          <a:p>
            <a:endParaRPr lang="en-US" sz="1400" dirty="0">
              <a:latin typeface="Book Antiqua" panose="02040602050305030304" pitchFamily="18" charset="0"/>
            </a:endParaRPr>
          </a:p>
          <a:p>
            <a:r>
              <a:rPr lang="en-US" sz="1400" dirty="0">
                <a:latin typeface="Book Antiqua" panose="02040602050305030304" pitchFamily="18" charset="0"/>
              </a:rPr>
              <a:t>If you set Ignore Last to 6, the model skips the six most recent data points during training. This pushes the forecast back in time and slightly broadens the CI, reflecting the added uncertainty that comes from relying on older data.</a:t>
            </a:r>
            <a:endParaRPr lang="en-US" sz="1300" dirty="0">
              <a:latin typeface="Book Antiqua" panose="02040602050305030304" pitchFamily="18" charset="0"/>
            </a:endParaRPr>
          </a:p>
        </p:txBody>
      </p:sp>
      <p:sp>
        <p:nvSpPr>
          <p:cNvPr id="14" name="Text 15">
            <a:extLst>
              <a:ext uri="{FF2B5EF4-FFF2-40B4-BE49-F238E27FC236}">
                <a16:creationId xmlns:a16="http://schemas.microsoft.com/office/drawing/2014/main" id="{1617037C-40D6-8760-D0D0-178F931B414A}"/>
              </a:ext>
            </a:extLst>
          </p:cNvPr>
          <p:cNvSpPr/>
          <p:nvPr/>
        </p:nvSpPr>
        <p:spPr>
          <a:xfrm>
            <a:off x="564006" y="2930641"/>
            <a:ext cx="3780600" cy="1891453"/>
          </a:xfrm>
          <a:prstGeom prst="rect">
            <a:avLst/>
          </a:prstGeom>
          <a:noFill/>
          <a:ln/>
        </p:spPr>
        <p:txBody>
          <a:bodyPr wrap="square" rtlCol="0" anchor="ctr"/>
          <a:lstStyle/>
          <a:p>
            <a:r>
              <a:rPr lang="en-US" sz="1400" b="1" dirty="0">
                <a:latin typeface="Book Antiqua" panose="02040602050305030304" pitchFamily="18" charset="0"/>
              </a:rPr>
              <a:t>How does changing CI from 95% to 99% affect the visual?</a:t>
            </a:r>
          </a:p>
          <a:p>
            <a:r>
              <a:rPr lang="en-US" sz="1400" dirty="0">
                <a:latin typeface="Book Antiqua" panose="02040602050305030304" pitchFamily="18" charset="0"/>
              </a:rPr>
              <a:t> </a:t>
            </a:r>
          </a:p>
          <a:p>
            <a:r>
              <a:rPr lang="en-US" sz="1400" dirty="0">
                <a:latin typeface="Book Antiqua" panose="02040602050305030304" pitchFamily="18" charset="0"/>
              </a:rPr>
              <a:t>The shaded uncertainty band grows wider. A 99% CI requires a larger range to ensure the actual value is captured — this visually signals greater uncertainty compared to 95%.</a:t>
            </a:r>
            <a:endParaRPr lang="en-US" sz="1300" dirty="0">
              <a:latin typeface="Book Antiqua" panose="02040602050305030304" pitchFamily="18" charset="0"/>
            </a:endParaRPr>
          </a:p>
        </p:txBody>
      </p:sp>
      <p:sp>
        <p:nvSpPr>
          <p:cNvPr id="15" name="Text 15">
            <a:extLst>
              <a:ext uri="{FF2B5EF4-FFF2-40B4-BE49-F238E27FC236}">
                <a16:creationId xmlns:a16="http://schemas.microsoft.com/office/drawing/2014/main" id="{EF6209FC-7CCD-0EB1-4E99-874D3536C544}"/>
              </a:ext>
            </a:extLst>
          </p:cNvPr>
          <p:cNvSpPr/>
          <p:nvPr/>
        </p:nvSpPr>
        <p:spPr>
          <a:xfrm>
            <a:off x="4717325" y="3058692"/>
            <a:ext cx="3780600" cy="1891453"/>
          </a:xfrm>
          <a:prstGeom prst="rect">
            <a:avLst/>
          </a:prstGeom>
          <a:noFill/>
          <a:ln/>
        </p:spPr>
        <p:txBody>
          <a:bodyPr wrap="square" rtlCol="0" anchor="ctr"/>
          <a:lstStyle/>
          <a:p>
            <a:r>
              <a:rPr lang="en-US" sz="1400" b="1" dirty="0">
                <a:latin typeface="Book Antiqua" panose="02040602050305030304" pitchFamily="18" charset="0"/>
              </a:rPr>
              <a:t>How useful is Power BI forecasting for this data?</a:t>
            </a:r>
            <a:r>
              <a:rPr lang="en-US" sz="1400" dirty="0">
                <a:latin typeface="Book Antiqua" panose="02040602050305030304" pitchFamily="18" charset="0"/>
              </a:rPr>
              <a:t> </a:t>
            </a:r>
          </a:p>
          <a:p>
            <a:endParaRPr lang="en-US" sz="1400" dirty="0">
              <a:latin typeface="Book Antiqua" panose="02040602050305030304" pitchFamily="18" charset="0"/>
            </a:endParaRPr>
          </a:p>
          <a:p>
            <a:r>
              <a:rPr lang="en-US" sz="1400" dirty="0">
                <a:latin typeface="Book Antiqua" panose="02040602050305030304" pitchFamily="18" charset="0"/>
              </a:rPr>
              <a:t>It works very well when the data is clean and consistent. However, when the data has disruptions or irregularities, the CI expands significantly, making the forecast less dependable — and more sophisticated modeling tools may be a better fit in those cases.</a:t>
            </a:r>
            <a:endParaRPr lang="en-US" sz="1300" dirty="0">
              <a:latin typeface="Book Antiqua" panose="02040602050305030304" pitchFamily="18" charset="0"/>
            </a:endParaRPr>
          </a:p>
        </p:txBody>
      </p:sp>
    </p:spTree>
    <p:extLst>
      <p:ext uri="{BB962C8B-B14F-4D97-AF65-F5344CB8AC3E}">
        <p14:creationId xmlns:p14="http://schemas.microsoft.com/office/powerpoint/2010/main" val="85509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1E33B-7AC3-EDFE-51DF-29CF5ADD93F5}"/>
            </a:ext>
          </a:extLst>
        </p:cNvPr>
        <p:cNvGrpSpPr/>
        <p:nvPr/>
      </p:nvGrpSpPr>
      <p:grpSpPr>
        <a:xfrm>
          <a:off x="0" y="0"/>
          <a:ext cx="0" cy="0"/>
          <a:chOff x="0" y="0"/>
          <a:chExt cx="0" cy="0"/>
        </a:xfrm>
      </p:grpSpPr>
      <p:sp>
        <p:nvSpPr>
          <p:cNvPr id="7" name="Shape 0">
            <a:extLst>
              <a:ext uri="{FF2B5EF4-FFF2-40B4-BE49-F238E27FC236}">
                <a16:creationId xmlns:a16="http://schemas.microsoft.com/office/drawing/2014/main" id="{D06846E2-C0CE-CFCE-69C5-9902A5A59C2A}"/>
              </a:ext>
            </a:extLst>
          </p:cNvPr>
          <p:cNvSpPr/>
          <p:nvPr/>
        </p:nvSpPr>
        <p:spPr>
          <a:xfrm rot="5400000">
            <a:off x="4443005" y="-4152357"/>
            <a:ext cx="548640" cy="8853353"/>
          </a:xfrm>
          <a:prstGeom prst="rect">
            <a:avLst/>
          </a:prstGeom>
          <a:solidFill>
            <a:srgbClr val="00A896"/>
          </a:solidFill>
          <a:ln w="12700">
            <a:solidFill>
              <a:srgbClr val="00A896"/>
            </a:solidFill>
            <a:prstDash val="solid"/>
          </a:ln>
        </p:spPr>
        <p:txBody>
          <a:bodyPr/>
          <a:lstStyle/>
          <a:p>
            <a:endParaRPr lang="en-US" sz="3200"/>
          </a:p>
        </p:txBody>
      </p:sp>
      <p:sp>
        <p:nvSpPr>
          <p:cNvPr id="21" name="Shape 0">
            <a:extLst>
              <a:ext uri="{FF2B5EF4-FFF2-40B4-BE49-F238E27FC236}">
                <a16:creationId xmlns:a16="http://schemas.microsoft.com/office/drawing/2014/main" id="{FD36ADF0-133B-E49A-47BA-41EC9420976D}"/>
              </a:ext>
            </a:extLst>
          </p:cNvPr>
          <p:cNvSpPr/>
          <p:nvPr/>
        </p:nvSpPr>
        <p:spPr>
          <a:xfrm>
            <a:off x="0" y="0"/>
            <a:ext cx="274320" cy="5143500"/>
          </a:xfrm>
          <a:prstGeom prst="rect">
            <a:avLst/>
          </a:prstGeom>
          <a:solidFill>
            <a:srgbClr val="00A896"/>
          </a:solidFill>
          <a:ln w="12700">
            <a:solidFill>
              <a:srgbClr val="00A896"/>
            </a:solidFill>
            <a:prstDash val="solid"/>
          </a:ln>
        </p:spPr>
        <p:txBody>
          <a:bodyPr/>
          <a:lstStyle/>
          <a:p>
            <a:endParaRPr lang="en-US"/>
          </a:p>
        </p:txBody>
      </p:sp>
      <p:sp>
        <p:nvSpPr>
          <p:cNvPr id="3" name="Text 1">
            <a:extLst>
              <a:ext uri="{FF2B5EF4-FFF2-40B4-BE49-F238E27FC236}">
                <a16:creationId xmlns:a16="http://schemas.microsoft.com/office/drawing/2014/main" id="{88BD1E20-072D-70AD-0946-72674FC18DA1}"/>
              </a:ext>
            </a:extLst>
          </p:cNvPr>
          <p:cNvSpPr/>
          <p:nvPr/>
        </p:nvSpPr>
        <p:spPr>
          <a:xfrm>
            <a:off x="213360" y="150876"/>
            <a:ext cx="8229600" cy="201168"/>
          </a:xfrm>
          <a:prstGeom prst="rect">
            <a:avLst/>
          </a:prstGeom>
          <a:noFill/>
          <a:ln/>
        </p:spPr>
        <p:txBody>
          <a:bodyPr wrap="square" rtlCol="0" anchor="ctr"/>
          <a:lstStyle/>
          <a:p>
            <a:r>
              <a:rPr lang="en-US" sz="2000" b="1" dirty="0">
                <a:latin typeface="Bodoni MT" panose="02070603080606020203" pitchFamily="18" charset="0"/>
                <a:ea typeface="Calibri" pitchFamily="34" charset="-122"/>
                <a:cs typeface="Calibri" pitchFamily="34" charset="-120"/>
              </a:rPr>
              <a:t>CONCLUSION</a:t>
            </a:r>
            <a:endParaRPr lang="en-US" sz="2000" dirty="0">
              <a:latin typeface="Bodoni MT" panose="02070603080606020203" pitchFamily="18" charset="0"/>
            </a:endParaRPr>
          </a:p>
        </p:txBody>
      </p:sp>
      <p:sp>
        <p:nvSpPr>
          <p:cNvPr id="4" name="Shape 13">
            <a:extLst>
              <a:ext uri="{FF2B5EF4-FFF2-40B4-BE49-F238E27FC236}">
                <a16:creationId xmlns:a16="http://schemas.microsoft.com/office/drawing/2014/main" id="{D1FFB814-8A09-C4BB-0E22-9E424D096DE0}"/>
              </a:ext>
            </a:extLst>
          </p:cNvPr>
          <p:cNvSpPr/>
          <p:nvPr/>
        </p:nvSpPr>
        <p:spPr>
          <a:xfrm>
            <a:off x="362344" y="629630"/>
            <a:ext cx="8591134" cy="4362994"/>
          </a:xfrm>
          <a:prstGeom prst="rect">
            <a:avLst/>
          </a:prstGeom>
          <a:solidFill>
            <a:schemeClr val="accent6">
              <a:lumMod val="20000"/>
              <a:lumOff val="80000"/>
            </a:schemeClr>
          </a:solidFill>
          <a:ln w="6350">
            <a:solidFill>
              <a:srgbClr val="D0E4F5"/>
            </a:solidFill>
            <a:prstDash val="solid"/>
          </a:ln>
        </p:spPr>
        <p:txBody>
          <a:bodyPr/>
          <a:lstStyle/>
          <a:p>
            <a:endParaRPr lang="en-US"/>
          </a:p>
        </p:txBody>
      </p:sp>
      <p:sp>
        <p:nvSpPr>
          <p:cNvPr id="6" name="Shape 14">
            <a:extLst>
              <a:ext uri="{FF2B5EF4-FFF2-40B4-BE49-F238E27FC236}">
                <a16:creationId xmlns:a16="http://schemas.microsoft.com/office/drawing/2014/main" id="{98C37E9C-8445-8123-E919-33CD6E72E300}"/>
              </a:ext>
            </a:extLst>
          </p:cNvPr>
          <p:cNvSpPr/>
          <p:nvPr/>
        </p:nvSpPr>
        <p:spPr>
          <a:xfrm>
            <a:off x="362345" y="629630"/>
            <a:ext cx="159092" cy="4362994"/>
          </a:xfrm>
          <a:prstGeom prst="rect">
            <a:avLst/>
          </a:prstGeom>
          <a:solidFill>
            <a:srgbClr val="00A896"/>
          </a:solidFill>
          <a:ln w="12700">
            <a:solidFill>
              <a:srgbClr val="00A896"/>
            </a:solidFill>
            <a:prstDash val="solid"/>
          </a:ln>
        </p:spPr>
        <p:txBody>
          <a:bodyPr/>
          <a:lstStyle/>
          <a:p>
            <a:endParaRPr lang="en-US"/>
          </a:p>
        </p:txBody>
      </p:sp>
      <p:sp>
        <p:nvSpPr>
          <p:cNvPr id="10" name="Text 15">
            <a:extLst>
              <a:ext uri="{FF2B5EF4-FFF2-40B4-BE49-F238E27FC236}">
                <a16:creationId xmlns:a16="http://schemas.microsoft.com/office/drawing/2014/main" id="{7448474A-FFAE-0D80-4007-30A71F59CBE4}"/>
              </a:ext>
            </a:extLst>
          </p:cNvPr>
          <p:cNvSpPr/>
          <p:nvPr/>
        </p:nvSpPr>
        <p:spPr>
          <a:xfrm>
            <a:off x="561496" y="744479"/>
            <a:ext cx="8391982" cy="4133295"/>
          </a:xfrm>
          <a:prstGeom prst="rect">
            <a:avLst/>
          </a:prstGeom>
          <a:noFill/>
          <a:ln/>
        </p:spPr>
        <p:txBody>
          <a:bodyPr wrap="square" rtlCol="0" anchor="ctr"/>
          <a:lstStyle/>
          <a:p>
            <a:r>
              <a:rPr lang="en-US" sz="1600" b="1" dirty="0">
                <a:latin typeface="Book Antiqua" panose="02040602050305030304" pitchFamily="18" charset="0"/>
              </a:rPr>
              <a:t>Strengths:</a:t>
            </a:r>
            <a:r>
              <a:rPr lang="en-US" sz="1600" dirty="0">
                <a:latin typeface="Book Antiqua" panose="02040602050305030304" pitchFamily="18" charset="0"/>
              </a:rPr>
              <a:t> Power BI's forecasting feature is straightforward and requires no programming knowledge. It performs well with clean, seasonal datasets, and its adjustable settings let users fine-tune the model to better fit their data. The confidence interval bands also make it easy to visually understand how reliable a forecast is.</a:t>
            </a:r>
          </a:p>
          <a:p>
            <a:endParaRPr lang="en-US" sz="1600" dirty="0">
              <a:latin typeface="Book Antiqua" panose="02040602050305030304" pitchFamily="18" charset="0"/>
            </a:endParaRPr>
          </a:p>
          <a:p>
            <a:r>
              <a:rPr lang="en-US" sz="1600" b="1" dirty="0">
                <a:latin typeface="Book Antiqua" panose="02040602050305030304" pitchFamily="18" charset="0"/>
              </a:rPr>
              <a:t>Limitations:</a:t>
            </a:r>
            <a:r>
              <a:rPr lang="en-US" sz="1600" dirty="0">
                <a:latin typeface="Book Antiqua" panose="02040602050305030304" pitchFamily="18" charset="0"/>
              </a:rPr>
              <a:t> The tool struggles when unexpected events occur, as it has no way of anticipating sudden external changes. When disruptions happen, the CI tends to widen considerably, which weakens the forecast's trustworthiness. Additionally, the model is limited to exponential smoothing, meaning more advanced techniques like ARIMA or machine learning models are not available within the tool.</a:t>
            </a:r>
          </a:p>
          <a:p>
            <a:endParaRPr lang="en-US" sz="1600" dirty="0">
              <a:latin typeface="Book Antiqua" panose="02040602050305030304" pitchFamily="18" charset="0"/>
            </a:endParaRPr>
          </a:p>
          <a:p>
            <a:r>
              <a:rPr lang="en-US" sz="1600" b="1" dirty="0">
                <a:latin typeface="Book Antiqua" panose="02040602050305030304" pitchFamily="18" charset="0"/>
              </a:rPr>
              <a:t>Key Takeaway:</a:t>
            </a:r>
            <a:r>
              <a:rPr lang="en-US" sz="1600" dirty="0">
                <a:latin typeface="Book Antiqua" panose="02040602050305030304" pitchFamily="18" charset="0"/>
              </a:rPr>
              <a:t> Power BI forecasting works best when the underlying data is consistent and stable over time. When the dataset contains significant irregularities — such as those caused by events like the COVID-19 pandemic — the forecast results should not be taken at face value and should be paired with the judgment of someone who understands the broader context of the data.</a:t>
            </a:r>
          </a:p>
        </p:txBody>
      </p:sp>
    </p:spTree>
    <p:extLst>
      <p:ext uri="{BB962C8B-B14F-4D97-AF65-F5344CB8AC3E}">
        <p14:creationId xmlns:p14="http://schemas.microsoft.com/office/powerpoint/2010/main" val="3604291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5152</TotalTime>
  <Words>1313</Words>
  <Application>Microsoft Office PowerPoint</Application>
  <PresentationFormat>On-screen Show (16:9)</PresentationFormat>
  <Paragraphs>131</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Bodoni MT</vt:lpstr>
      <vt:lpstr>Book Antiqua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Dianah Myra Salazar</cp:lastModifiedBy>
  <cp:revision>1</cp:revision>
  <dcterms:created xsi:type="dcterms:W3CDTF">2026-03-20T08:37:39Z</dcterms:created>
  <dcterms:modified xsi:type="dcterms:W3CDTF">2026-03-29T14:12:19Z</dcterms:modified>
</cp:coreProperties>
</file>